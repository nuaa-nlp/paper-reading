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3"/>
  </p:sldMasterIdLst>
  <p:notesMasterIdLst>
    <p:notesMasterId r:id="rId5"/>
  </p:notesMasterIdLst>
  <p:sldIdLst>
    <p:sldId id="278" r:id="rId4"/>
    <p:sldId id="279" r:id="rId6"/>
    <p:sldId id="280" r:id="rId7"/>
    <p:sldId id="283" r:id="rId8"/>
    <p:sldId id="281" r:id="rId9"/>
    <p:sldId id="284" r:id="rId10"/>
    <p:sldId id="285" r:id="rId11"/>
    <p:sldId id="287" r:id="rId12"/>
    <p:sldId id="288" r:id="rId13"/>
    <p:sldId id="304" r:id="rId14"/>
    <p:sldId id="289" r:id="rId15"/>
    <p:sldId id="290" r:id="rId16"/>
    <p:sldId id="291" r:id="rId17"/>
    <p:sldId id="293" r:id="rId18"/>
    <p:sldId id="295" r:id="rId19"/>
    <p:sldId id="296" r:id="rId20"/>
    <p:sldId id="305" r:id="rId21"/>
    <p:sldId id="306" r:id="rId22"/>
    <p:sldId id="297" r:id="rId23"/>
    <p:sldId id="307" r:id="rId24"/>
    <p:sldId id="298" r:id="rId25"/>
    <p:sldId id="299" r:id="rId26"/>
  </p:sldIdLst>
  <p:sldSz cx="12192000" cy="6858000"/>
  <p:notesSz cx="6858000" cy="9144000"/>
  <p:custDataLst>
    <p:tags r:id="rId31"/>
  </p:custDataLst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  <p:cmAuthor id="1" name="admin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75859"/>
    <a:srgbClr val="9DBCDD"/>
    <a:srgbClr val="5072AF"/>
    <a:srgbClr val="958E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1" Type="http://schemas.openxmlformats.org/officeDocument/2006/relationships/tags" Target="tags/tag395.xml"/><Relationship Id="rId30" Type="http://schemas.openxmlformats.org/officeDocument/2006/relationships/commentAuthors" Target="commentAuthors.xml"/><Relationship Id="rId3" Type="http://schemas.openxmlformats.org/officeDocument/2006/relationships/slideMaster" Target="slideMasters/slideMaster2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tags" Target="../tags/tag26.xml"/><Relationship Id="rId8" Type="http://schemas.openxmlformats.org/officeDocument/2006/relationships/tags" Target="../tags/tag25.xml"/><Relationship Id="rId7" Type="http://schemas.openxmlformats.org/officeDocument/2006/relationships/tags" Target="../tags/tag24.xml"/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5" Type="http://schemas.openxmlformats.org/officeDocument/2006/relationships/tags" Target="../tags/tag32.xml"/><Relationship Id="rId14" Type="http://schemas.openxmlformats.org/officeDocument/2006/relationships/tags" Target="../tags/tag31.xml"/><Relationship Id="rId13" Type="http://schemas.openxmlformats.org/officeDocument/2006/relationships/tags" Target="../tags/tag30.xml"/><Relationship Id="rId12" Type="http://schemas.openxmlformats.org/officeDocument/2006/relationships/tags" Target="../tags/tag29.xml"/><Relationship Id="rId11" Type="http://schemas.openxmlformats.org/officeDocument/2006/relationships/tags" Target="../tags/tag28.xml"/><Relationship Id="rId10" Type="http://schemas.openxmlformats.org/officeDocument/2006/relationships/tags" Target="../tags/tag27.xml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7" Type="http://schemas.openxmlformats.org/officeDocument/2006/relationships/tags" Target="../tags/tag38.xml"/><Relationship Id="rId6" Type="http://schemas.openxmlformats.org/officeDocument/2006/relationships/tags" Target="../tags/tag37.xml"/><Relationship Id="rId5" Type="http://schemas.openxmlformats.org/officeDocument/2006/relationships/tags" Target="../tags/tag36.xml"/><Relationship Id="rId4" Type="http://schemas.openxmlformats.org/officeDocument/2006/relationships/tags" Target="../tags/tag35.xml"/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46.xml"/><Relationship Id="rId8" Type="http://schemas.openxmlformats.org/officeDocument/2006/relationships/tags" Target="../tags/tag45.xml"/><Relationship Id="rId7" Type="http://schemas.openxmlformats.org/officeDocument/2006/relationships/tags" Target="../tags/tag44.xml"/><Relationship Id="rId6" Type="http://schemas.openxmlformats.org/officeDocument/2006/relationships/tags" Target="../tags/tag43.xml"/><Relationship Id="rId5" Type="http://schemas.openxmlformats.org/officeDocument/2006/relationships/tags" Target="../tags/tag42.xml"/><Relationship Id="rId4" Type="http://schemas.openxmlformats.org/officeDocument/2006/relationships/tags" Target="../tags/tag41.xml"/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tags" Target="../tags/tag53.xml"/><Relationship Id="rId7" Type="http://schemas.openxmlformats.org/officeDocument/2006/relationships/tags" Target="../tags/tag52.xml"/><Relationship Id="rId6" Type="http://schemas.openxmlformats.org/officeDocument/2006/relationships/tags" Target="../tags/tag51.xml"/><Relationship Id="rId5" Type="http://schemas.openxmlformats.org/officeDocument/2006/relationships/tags" Target="../tags/tag50.xml"/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tags" Target="../tags/tag56.xml"/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7" Type="http://schemas.openxmlformats.org/officeDocument/2006/relationships/tags" Target="../tags/tag62.xml"/><Relationship Id="rId6" Type="http://schemas.openxmlformats.org/officeDocument/2006/relationships/tags" Target="../tags/tag61.xml"/><Relationship Id="rId5" Type="http://schemas.openxmlformats.org/officeDocument/2006/relationships/tags" Target="../tags/tag60.xml"/><Relationship Id="rId4" Type="http://schemas.openxmlformats.org/officeDocument/2006/relationships/tags" Target="../tags/tag59.xml"/><Relationship Id="rId3" Type="http://schemas.openxmlformats.org/officeDocument/2006/relationships/tags" Target="../tags/tag58.xml"/><Relationship Id="rId2" Type="http://schemas.openxmlformats.org/officeDocument/2006/relationships/tags" Target="../tags/tag57.xm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79.xml"/><Relationship Id="rId8" Type="http://schemas.openxmlformats.org/officeDocument/2006/relationships/tags" Target="../tags/tag78.xml"/><Relationship Id="rId7" Type="http://schemas.openxmlformats.org/officeDocument/2006/relationships/tags" Target="../tags/tag77.xml"/><Relationship Id="rId6" Type="http://schemas.openxmlformats.org/officeDocument/2006/relationships/tags" Target="../tags/tag76.xml"/><Relationship Id="rId5" Type="http://schemas.openxmlformats.org/officeDocument/2006/relationships/tags" Target="../tags/tag75.xml"/><Relationship Id="rId4" Type="http://schemas.openxmlformats.org/officeDocument/2006/relationships/tags" Target="../tags/tag74.xml"/><Relationship Id="rId3" Type="http://schemas.openxmlformats.org/officeDocument/2006/relationships/tags" Target="../tags/tag73.xml"/><Relationship Id="rId2" Type="http://schemas.openxmlformats.org/officeDocument/2006/relationships/tags" Target="../tags/tag72.xml"/><Relationship Id="rId11" Type="http://schemas.openxmlformats.org/officeDocument/2006/relationships/tags" Target="../tags/tag81.xml"/><Relationship Id="rId10" Type="http://schemas.openxmlformats.org/officeDocument/2006/relationships/tags" Target="../tags/tag80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tags" Target="../tags/tag88.xml"/><Relationship Id="rId7" Type="http://schemas.openxmlformats.org/officeDocument/2006/relationships/tags" Target="../tags/tag87.xml"/><Relationship Id="rId6" Type="http://schemas.openxmlformats.org/officeDocument/2006/relationships/tags" Target="../tags/tag86.xml"/><Relationship Id="rId5" Type="http://schemas.openxmlformats.org/officeDocument/2006/relationships/tags" Target="../tags/tag85.xml"/><Relationship Id="rId4" Type="http://schemas.openxmlformats.org/officeDocument/2006/relationships/tags" Target="../tags/tag84.xml"/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96.xml"/><Relationship Id="rId8" Type="http://schemas.openxmlformats.org/officeDocument/2006/relationships/tags" Target="../tags/tag95.xml"/><Relationship Id="rId7" Type="http://schemas.openxmlformats.org/officeDocument/2006/relationships/tags" Target="../tags/tag94.xml"/><Relationship Id="rId6" Type="http://schemas.openxmlformats.org/officeDocument/2006/relationships/tags" Target="../tags/tag93.xml"/><Relationship Id="rId5" Type="http://schemas.openxmlformats.org/officeDocument/2006/relationships/tags" Target="../tags/tag92.xml"/><Relationship Id="rId4" Type="http://schemas.openxmlformats.org/officeDocument/2006/relationships/tags" Target="../tags/tag91.xml"/><Relationship Id="rId3" Type="http://schemas.openxmlformats.org/officeDocument/2006/relationships/tags" Target="../tags/tag90.xml"/><Relationship Id="rId2" Type="http://schemas.openxmlformats.org/officeDocument/2006/relationships/tags" Target="../tags/tag89.xml"/><Relationship Id="rId13" Type="http://schemas.openxmlformats.org/officeDocument/2006/relationships/tags" Target="../tags/tag100.xml"/><Relationship Id="rId12" Type="http://schemas.openxmlformats.org/officeDocument/2006/relationships/tags" Target="../tags/tag99.xml"/><Relationship Id="rId11" Type="http://schemas.openxmlformats.org/officeDocument/2006/relationships/tags" Target="../tags/tag98.xml"/><Relationship Id="rId10" Type="http://schemas.openxmlformats.org/officeDocument/2006/relationships/tags" Target="../tags/tag97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108.xml"/><Relationship Id="rId8" Type="http://schemas.openxmlformats.org/officeDocument/2006/relationships/tags" Target="../tags/tag107.xml"/><Relationship Id="rId7" Type="http://schemas.openxmlformats.org/officeDocument/2006/relationships/tags" Target="../tags/tag106.xml"/><Relationship Id="rId6" Type="http://schemas.openxmlformats.org/officeDocument/2006/relationships/tags" Target="../tags/tag105.xml"/><Relationship Id="rId5" Type="http://schemas.openxmlformats.org/officeDocument/2006/relationships/tags" Target="../tags/tag104.xml"/><Relationship Id="rId4" Type="http://schemas.openxmlformats.org/officeDocument/2006/relationships/tags" Target="../tags/tag103.xml"/><Relationship Id="rId3" Type="http://schemas.openxmlformats.org/officeDocument/2006/relationships/tags" Target="../tags/tag102.xml"/><Relationship Id="rId2" Type="http://schemas.openxmlformats.org/officeDocument/2006/relationships/tags" Target="../tags/tag101.xml"/><Relationship Id="rId11" Type="http://schemas.openxmlformats.org/officeDocument/2006/relationships/tags" Target="../tags/tag110.xml"/><Relationship Id="rId10" Type="http://schemas.openxmlformats.org/officeDocument/2006/relationships/tags" Target="../tags/tag109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118.xml"/><Relationship Id="rId8" Type="http://schemas.openxmlformats.org/officeDocument/2006/relationships/tags" Target="../tags/tag117.xml"/><Relationship Id="rId7" Type="http://schemas.openxmlformats.org/officeDocument/2006/relationships/tags" Target="../tags/tag116.xml"/><Relationship Id="rId6" Type="http://schemas.openxmlformats.org/officeDocument/2006/relationships/tags" Target="../tags/tag115.xml"/><Relationship Id="rId5" Type="http://schemas.openxmlformats.org/officeDocument/2006/relationships/tags" Target="../tags/tag114.xml"/><Relationship Id="rId4" Type="http://schemas.openxmlformats.org/officeDocument/2006/relationships/tags" Target="../tags/tag113.xml"/><Relationship Id="rId3" Type="http://schemas.openxmlformats.org/officeDocument/2006/relationships/tags" Target="../tags/tag112.xml"/><Relationship Id="rId2" Type="http://schemas.openxmlformats.org/officeDocument/2006/relationships/tags" Target="../tags/tag111.xml"/><Relationship Id="rId11" Type="http://schemas.openxmlformats.org/officeDocument/2006/relationships/tags" Target="../tags/tag120.xml"/><Relationship Id="rId10" Type="http://schemas.openxmlformats.org/officeDocument/2006/relationships/tags" Target="../tags/tag119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128.xml"/><Relationship Id="rId8" Type="http://schemas.openxmlformats.org/officeDocument/2006/relationships/tags" Target="../tags/tag127.xml"/><Relationship Id="rId7" Type="http://schemas.openxmlformats.org/officeDocument/2006/relationships/tags" Target="../tags/tag126.xml"/><Relationship Id="rId6" Type="http://schemas.openxmlformats.org/officeDocument/2006/relationships/tags" Target="../tags/tag125.xml"/><Relationship Id="rId5" Type="http://schemas.openxmlformats.org/officeDocument/2006/relationships/tags" Target="../tags/tag124.xml"/><Relationship Id="rId4" Type="http://schemas.openxmlformats.org/officeDocument/2006/relationships/tags" Target="../tags/tag123.xml"/><Relationship Id="rId3" Type="http://schemas.openxmlformats.org/officeDocument/2006/relationships/tags" Target="../tags/tag122.xml"/><Relationship Id="rId2" Type="http://schemas.openxmlformats.org/officeDocument/2006/relationships/tags" Target="../tags/tag121.xml"/><Relationship Id="rId11" Type="http://schemas.openxmlformats.org/officeDocument/2006/relationships/tags" Target="../tags/tag130.xml"/><Relationship Id="rId10" Type="http://schemas.openxmlformats.org/officeDocument/2006/relationships/tags" Target="../tags/tag129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138.xml"/><Relationship Id="rId8" Type="http://schemas.openxmlformats.org/officeDocument/2006/relationships/tags" Target="../tags/tag137.xml"/><Relationship Id="rId7" Type="http://schemas.openxmlformats.org/officeDocument/2006/relationships/tags" Target="../tags/tag136.xml"/><Relationship Id="rId6" Type="http://schemas.openxmlformats.org/officeDocument/2006/relationships/tags" Target="../tags/tag135.xml"/><Relationship Id="rId5" Type="http://schemas.openxmlformats.org/officeDocument/2006/relationships/tags" Target="../tags/tag134.xml"/><Relationship Id="rId4" Type="http://schemas.openxmlformats.org/officeDocument/2006/relationships/tags" Target="../tags/tag133.xml"/><Relationship Id="rId3" Type="http://schemas.openxmlformats.org/officeDocument/2006/relationships/tags" Target="../tags/tag132.xml"/><Relationship Id="rId2" Type="http://schemas.openxmlformats.org/officeDocument/2006/relationships/tags" Target="../tags/tag131.xml"/><Relationship Id="rId13" Type="http://schemas.openxmlformats.org/officeDocument/2006/relationships/tags" Target="../tags/tag142.xml"/><Relationship Id="rId12" Type="http://schemas.openxmlformats.org/officeDocument/2006/relationships/tags" Target="../tags/tag141.xml"/><Relationship Id="rId11" Type="http://schemas.openxmlformats.org/officeDocument/2006/relationships/tags" Target="../tags/tag140.xml"/><Relationship Id="rId10" Type="http://schemas.openxmlformats.org/officeDocument/2006/relationships/tags" Target="../tags/tag139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150.xml"/><Relationship Id="rId8" Type="http://schemas.openxmlformats.org/officeDocument/2006/relationships/tags" Target="../tags/tag149.xml"/><Relationship Id="rId7" Type="http://schemas.openxmlformats.org/officeDocument/2006/relationships/tags" Target="../tags/tag148.xml"/><Relationship Id="rId6" Type="http://schemas.openxmlformats.org/officeDocument/2006/relationships/tags" Target="../tags/tag147.xml"/><Relationship Id="rId5" Type="http://schemas.openxmlformats.org/officeDocument/2006/relationships/tags" Target="../tags/tag146.xml"/><Relationship Id="rId4" Type="http://schemas.openxmlformats.org/officeDocument/2006/relationships/tags" Target="../tags/tag145.xml"/><Relationship Id="rId3" Type="http://schemas.openxmlformats.org/officeDocument/2006/relationships/tags" Target="../tags/tag144.xml"/><Relationship Id="rId2" Type="http://schemas.openxmlformats.org/officeDocument/2006/relationships/tags" Target="../tags/tag143.xml"/><Relationship Id="rId13" Type="http://schemas.openxmlformats.org/officeDocument/2006/relationships/tags" Target="../tags/tag154.xml"/><Relationship Id="rId12" Type="http://schemas.openxmlformats.org/officeDocument/2006/relationships/tags" Target="../tags/tag153.xml"/><Relationship Id="rId11" Type="http://schemas.openxmlformats.org/officeDocument/2006/relationships/tags" Target="../tags/tag152.xml"/><Relationship Id="rId10" Type="http://schemas.openxmlformats.org/officeDocument/2006/relationships/tags" Target="../tags/tag151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>
            <p:custDataLst>
              <p:tags r:id="rId2"/>
            </p:custDataLst>
          </p:nvPr>
        </p:nvGrpSpPr>
        <p:grpSpPr>
          <a:xfrm>
            <a:off x="-127311" y="5"/>
            <a:ext cx="12429370" cy="2108195"/>
            <a:chOff x="-127311" y="5"/>
            <a:chExt cx="12429370" cy="2108195"/>
          </a:xfrm>
        </p:grpSpPr>
        <p:sp>
          <p:nvSpPr>
            <p:cNvPr id="8" name="任意多边形: 形状 7"/>
            <p:cNvSpPr/>
            <p:nvPr>
              <p:custDataLst>
                <p:tags r:id="rId3"/>
              </p:custDataLst>
            </p:nvPr>
          </p:nvSpPr>
          <p:spPr>
            <a:xfrm rot="4971377">
              <a:off x="5633770" y="-4560088"/>
              <a:ext cx="907207" cy="12429370"/>
            </a:xfrm>
            <a:custGeom>
              <a:avLst/>
              <a:gdLst>
                <a:gd name="connsiteX0" fmla="*/ 0 w 1132861"/>
                <a:gd name="connsiteY0" fmla="*/ 0 h 12429370"/>
                <a:gd name="connsiteX1" fmla="*/ 421422 w 1132861"/>
                <a:gd name="connsiteY1" fmla="*/ 52817 h 12429370"/>
                <a:gd name="connsiteX2" fmla="*/ 1132861 w 1132861"/>
                <a:gd name="connsiteY2" fmla="*/ 12429370 h 12429370"/>
                <a:gd name="connsiteX3" fmla="*/ 0 w 1132861"/>
                <a:gd name="connsiteY3" fmla="*/ 12287388 h 12429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32861" h="12429370">
                  <a:moveTo>
                    <a:pt x="0" y="0"/>
                  </a:moveTo>
                  <a:lnTo>
                    <a:pt x="421422" y="52817"/>
                  </a:lnTo>
                  <a:lnTo>
                    <a:pt x="1132861" y="12429370"/>
                  </a:lnTo>
                  <a:lnTo>
                    <a:pt x="0" y="12287388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任意多边形: 形状 8"/>
            <p:cNvSpPr/>
            <p:nvPr>
              <p:custDataLst>
                <p:tags r:id="rId4"/>
              </p:custDataLst>
            </p:nvPr>
          </p:nvSpPr>
          <p:spPr>
            <a:xfrm rot="5400000">
              <a:off x="5215200" y="-5215203"/>
              <a:ext cx="1761592" cy="12192007"/>
            </a:xfrm>
            <a:custGeom>
              <a:avLst/>
              <a:gdLst>
                <a:gd name="connsiteX0" fmla="*/ 0 w 1930397"/>
                <a:gd name="connsiteY0" fmla="*/ 12192007 h 12192007"/>
                <a:gd name="connsiteX1" fmla="*/ 0 w 1930397"/>
                <a:gd name="connsiteY1" fmla="*/ 0 h 12192007"/>
                <a:gd name="connsiteX2" fmla="*/ 758239 w 1930397"/>
                <a:gd name="connsiteY2" fmla="*/ 0 h 12192007"/>
                <a:gd name="connsiteX3" fmla="*/ 1930397 w 1930397"/>
                <a:gd name="connsiteY3" fmla="*/ 12192007 h 12192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0397" h="12192007">
                  <a:moveTo>
                    <a:pt x="0" y="12192007"/>
                  </a:moveTo>
                  <a:lnTo>
                    <a:pt x="0" y="0"/>
                  </a:lnTo>
                  <a:lnTo>
                    <a:pt x="758239" y="0"/>
                  </a:lnTo>
                  <a:lnTo>
                    <a:pt x="1930397" y="1219200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: 形状 9"/>
            <p:cNvSpPr/>
            <p:nvPr>
              <p:custDataLst>
                <p:tags r:id="rId5"/>
              </p:custDataLst>
            </p:nvPr>
          </p:nvSpPr>
          <p:spPr>
            <a:xfrm rot="5107084">
              <a:off x="4552342" y="-3275210"/>
              <a:ext cx="536239" cy="9742831"/>
            </a:xfrm>
            <a:custGeom>
              <a:avLst/>
              <a:gdLst>
                <a:gd name="connsiteX0" fmla="*/ 0 w 587624"/>
                <a:gd name="connsiteY0" fmla="*/ 0 h 9742831"/>
                <a:gd name="connsiteX1" fmla="*/ 587624 w 587624"/>
                <a:gd name="connsiteY1" fmla="*/ 9742831 h 9742831"/>
                <a:gd name="connsiteX2" fmla="*/ 0 w 587624"/>
                <a:gd name="connsiteY2" fmla="*/ 9685968 h 9742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87624" h="9742831">
                  <a:moveTo>
                    <a:pt x="0" y="0"/>
                  </a:moveTo>
                  <a:lnTo>
                    <a:pt x="587624" y="9742831"/>
                  </a:lnTo>
                  <a:lnTo>
                    <a:pt x="0" y="9685968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任意多边形: 形状 10"/>
            <p:cNvSpPr/>
            <p:nvPr>
              <p:custDataLst>
                <p:tags r:id="rId6"/>
              </p:custDataLst>
            </p:nvPr>
          </p:nvSpPr>
          <p:spPr>
            <a:xfrm rot="15897560">
              <a:off x="9001004" y="-1390393"/>
              <a:ext cx="846410" cy="5663579"/>
            </a:xfrm>
            <a:custGeom>
              <a:avLst/>
              <a:gdLst>
                <a:gd name="connsiteX0" fmla="*/ 927517 w 927517"/>
                <a:gd name="connsiteY0" fmla="*/ 5663579 h 5663579"/>
                <a:gd name="connsiteX1" fmla="*/ 0 w 927517"/>
                <a:gd name="connsiteY1" fmla="*/ 5577535 h 5663579"/>
                <a:gd name="connsiteX2" fmla="*/ 419317 w 927517"/>
                <a:gd name="connsiteY2" fmla="*/ 0 h 5663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27517" h="5663579">
                  <a:moveTo>
                    <a:pt x="927517" y="5663579"/>
                  </a:moveTo>
                  <a:lnTo>
                    <a:pt x="0" y="5577535"/>
                  </a:lnTo>
                  <a:lnTo>
                    <a:pt x="419317" y="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2" name="等腰三角形 11"/>
          <p:cNvSpPr/>
          <p:nvPr userDrawn="1">
            <p:custDataLst>
              <p:tags r:id="rId7"/>
            </p:custDataLst>
          </p:nvPr>
        </p:nvSpPr>
        <p:spPr>
          <a:xfrm rot="16200000">
            <a:off x="7826138" y="2492134"/>
            <a:ext cx="997432" cy="7734300"/>
          </a:xfrm>
          <a:prstGeom prst="triangle">
            <a:avLst>
              <a:gd name="adj" fmla="val 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8"/>
            </p:custDataLst>
          </p:nvPr>
        </p:nvSpPr>
        <p:spPr>
          <a:xfrm>
            <a:off x="2730319" y="2702794"/>
            <a:ext cx="7117545" cy="1118535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600" spc="600" baseline="0">
                <a:solidFill>
                  <a:schemeClr val="tx1">
                    <a:lumMod val="85000"/>
                    <a:lumOff val="15000"/>
                  </a:schemeClr>
                </a:solidFill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9"/>
            </p:custDataLst>
          </p:nvPr>
        </p:nvSpPr>
        <p:spPr>
          <a:xfrm>
            <a:off x="2730319" y="3886684"/>
            <a:ext cx="7117545" cy="676319"/>
          </a:xfrm>
        </p:spPr>
        <p:txBody>
          <a:bodyPr lIns="90000" tIns="46800" rIns="90000" bIns="46800" anchor="t">
            <a:norm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80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 hasCustomPrompt="1"/>
            <p:custDataLst>
              <p:tags r:id="rId13"/>
            </p:custDataLst>
          </p:nvPr>
        </p:nvSpPr>
        <p:spPr>
          <a:xfrm>
            <a:off x="3630542" y="4681986"/>
            <a:ext cx="2523129" cy="412826"/>
          </a:xfrm>
        </p:spPr>
        <p:txBody>
          <a:bodyPr lIns="90000" tIns="46800" rIns="90000" bIns="46800" anchor="ctr" anchorCtr="0">
            <a:normAutofit/>
          </a:bodyPr>
          <a:lstStyle>
            <a:lvl1pPr marL="0" indent="0" algn="r">
              <a:lnSpc>
                <a:spcPct val="100000"/>
              </a:lnSpc>
              <a:buNone/>
              <a:defRPr sz="1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编辑文本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4" hasCustomPrompt="1"/>
            <p:custDataLst>
              <p:tags r:id="rId14"/>
            </p:custDataLst>
          </p:nvPr>
        </p:nvSpPr>
        <p:spPr>
          <a:xfrm>
            <a:off x="6402188" y="4681986"/>
            <a:ext cx="2523127" cy="412826"/>
          </a:xfrm>
        </p:spPr>
        <p:txBody>
          <a:bodyPr lIns="90000" tIns="46800" rIns="90000" bIns="46800" anchor="ctr" anchorCtr="0">
            <a:norm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编辑文本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69882" y="952508"/>
            <a:ext cx="10852237" cy="5388907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>
            <p:custDataLst>
              <p:tags r:id="rId2"/>
            </p:custDataLst>
          </p:nvPr>
        </p:nvGrpSpPr>
        <p:grpSpPr>
          <a:xfrm>
            <a:off x="4001597" y="5613400"/>
            <a:ext cx="8190403" cy="1244600"/>
            <a:chOff x="4001597" y="5613400"/>
            <a:chExt cx="8190403" cy="1244600"/>
          </a:xfrm>
        </p:grpSpPr>
        <p:sp>
          <p:nvSpPr>
            <p:cNvPr id="8" name="任意多边形: 形状 7"/>
            <p:cNvSpPr/>
            <p:nvPr>
              <p:custDataLst>
                <p:tags r:id="rId3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9" name="等腰三角形 8"/>
            <p:cNvSpPr/>
            <p:nvPr>
              <p:custDataLst>
                <p:tags r:id="rId4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10" name="组合 9"/>
          <p:cNvGrpSpPr/>
          <p:nvPr userDrawn="1">
            <p:custDataLst>
              <p:tags r:id="rId5"/>
            </p:custDataLst>
          </p:nvPr>
        </p:nvGrpSpPr>
        <p:grpSpPr>
          <a:xfrm>
            <a:off x="5187002" y="2377388"/>
            <a:ext cx="570170" cy="707886"/>
            <a:chOff x="10608342" y="5053054"/>
            <a:chExt cx="1583658" cy="1966165"/>
          </a:xfrm>
        </p:grpSpPr>
        <p:sp>
          <p:nvSpPr>
            <p:cNvPr id="11" name="任意多边形: 形状 10"/>
            <p:cNvSpPr/>
            <p:nvPr>
              <p:custDataLst>
                <p:tags r:id="rId6"/>
              </p:custDataLst>
            </p:nvPr>
          </p:nvSpPr>
          <p:spPr>
            <a:xfrm rot="697528">
              <a:off x="10608342" y="5053054"/>
              <a:ext cx="1399913" cy="1966165"/>
            </a:xfrm>
            <a:custGeom>
              <a:avLst/>
              <a:gdLst>
                <a:gd name="connsiteX0" fmla="*/ 1399913 w 1399913"/>
                <a:gd name="connsiteY0" fmla="*/ 0 h 1966165"/>
                <a:gd name="connsiteX1" fmla="*/ 1399913 w 1399913"/>
                <a:gd name="connsiteY1" fmla="*/ 1678156 h 1966165"/>
                <a:gd name="connsiteX2" fmla="*/ 0 w 1399913"/>
                <a:gd name="connsiteY2" fmla="*/ 1966165 h 196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99913" h="1966165">
                  <a:moveTo>
                    <a:pt x="1399913" y="0"/>
                  </a:moveTo>
                  <a:lnTo>
                    <a:pt x="1399913" y="1678156"/>
                  </a:lnTo>
                  <a:lnTo>
                    <a:pt x="0" y="1966165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2" name="等腰三角形 11"/>
            <p:cNvSpPr/>
            <p:nvPr>
              <p:custDataLst>
                <p:tags r:id="rId7"/>
              </p:custDataLst>
            </p:nvPr>
          </p:nvSpPr>
          <p:spPr>
            <a:xfrm>
              <a:off x="10960100" y="5207000"/>
              <a:ext cx="1231900" cy="1651000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85000" lnSpcReduction="10000"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/>
          <p:cNvGrpSpPr/>
          <p:nvPr userDrawn="1">
            <p:custDataLst>
              <p:tags r:id="rId8"/>
            </p:custDataLst>
          </p:nvPr>
        </p:nvGrpSpPr>
        <p:grpSpPr>
          <a:xfrm rot="10800000">
            <a:off x="-1" y="0"/>
            <a:ext cx="12192000" cy="1244600"/>
            <a:chOff x="4001597" y="5613400"/>
            <a:chExt cx="8190403" cy="1244600"/>
          </a:xfrm>
        </p:grpSpPr>
        <p:sp>
          <p:nvSpPr>
            <p:cNvPr id="15" name="任意多边形: 形状 14"/>
            <p:cNvSpPr/>
            <p:nvPr>
              <p:custDataLst>
                <p:tags r:id="rId9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6" name="等腰三角形 15"/>
            <p:cNvSpPr/>
            <p:nvPr>
              <p:custDataLst>
                <p:tags r:id="rId10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1"/>
            </p:custDataLst>
          </p:nvPr>
        </p:nvSpPr>
        <p:spPr>
          <a:xfrm>
            <a:off x="3500907" y="3090044"/>
            <a:ext cx="5190185" cy="740727"/>
          </a:xfrm>
        </p:spPr>
        <p:txBody>
          <a:bodyPr lIns="90170" tIns="46990" rIns="90170" bIns="0" anchor="b" anchorCtr="0">
            <a:normAutofit/>
          </a:bodyPr>
          <a:lstStyle>
            <a:lvl1pPr algn="ctr">
              <a:defRPr sz="4000" u="none" strike="noStrike" kern="1200" cap="none" spc="300" normalizeH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2"/>
            </p:custDataLst>
          </p:nvPr>
        </p:nvSpPr>
        <p:spPr>
          <a:xfrm>
            <a:off x="3500907" y="3883113"/>
            <a:ext cx="5190185" cy="1477027"/>
          </a:xfrm>
        </p:spPr>
        <p:txBody>
          <a:bodyPr lIns="90170" tIns="0" rIns="90170" bIns="46990">
            <a:normAutofit/>
          </a:bodyPr>
          <a:lstStyle>
            <a:lvl1pPr marL="0" indent="0" algn="ctr" eaLnBrk="1" fontAlgn="auto" latinLnBrk="0" hangingPunct="1">
              <a:buNone/>
              <a:defRPr kumimoji="0" lang="zh-CN" altLang="en-US" sz="20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/>
        <p:txBody>
          <a:bodyPr>
            <a:normAutofit/>
          </a:bodyPr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/>
        <p:txBody>
          <a:bodyPr>
            <a:normAutofit/>
          </a:bodyPr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90170" tIns="46990" rIns="90170" bIns="4699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38877" y="952508"/>
            <a:ext cx="5283242" cy="5388907"/>
          </a:xfrm>
        </p:spPr>
        <p:txBody>
          <a:bodyPr lIns="90170" tIns="46990" rIns="90170" bIns="46990">
            <a:normAutofit/>
          </a:bodyPr>
          <a:lstStyle>
            <a:lvl1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lIns="90170" tIns="46990" rIns="90170" bIns="46990">
            <a:normAutofit/>
          </a:bodyPr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lIns="90170" tIns="46990" rIns="90170" bIns="46990">
            <a:normAutofit/>
          </a:bodyPr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lIns="90170" tIns="46990" rIns="90170" bIns="46990">
            <a:normAutofit/>
          </a:bodyPr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69930" y="952508"/>
            <a:ext cx="5283242" cy="381003"/>
          </a:xfr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69925" y="1406525"/>
            <a:ext cx="5283200" cy="493475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952508"/>
            <a:ext cx="5283242" cy="38100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406525"/>
            <a:ext cx="5283242" cy="493475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 userDrawn="1">
            <p:custDataLst>
              <p:tags r:id="rId2"/>
            </p:custDataLst>
          </p:nvPr>
        </p:nvGrpSpPr>
        <p:grpSpPr>
          <a:xfrm>
            <a:off x="10608342" y="5053054"/>
            <a:ext cx="1583658" cy="1966165"/>
            <a:chOff x="10608342" y="5053054"/>
            <a:chExt cx="1583658" cy="1966165"/>
          </a:xfrm>
        </p:grpSpPr>
        <p:sp>
          <p:nvSpPr>
            <p:cNvPr id="10" name="任意多边形: 形状 9"/>
            <p:cNvSpPr/>
            <p:nvPr>
              <p:custDataLst>
                <p:tags r:id="rId3"/>
              </p:custDataLst>
            </p:nvPr>
          </p:nvSpPr>
          <p:spPr>
            <a:xfrm rot="697528">
              <a:off x="10608342" y="5053054"/>
              <a:ext cx="1399913" cy="1966165"/>
            </a:xfrm>
            <a:custGeom>
              <a:avLst/>
              <a:gdLst>
                <a:gd name="connsiteX0" fmla="*/ 1399913 w 1399913"/>
                <a:gd name="connsiteY0" fmla="*/ 0 h 1966165"/>
                <a:gd name="connsiteX1" fmla="*/ 1399913 w 1399913"/>
                <a:gd name="connsiteY1" fmla="*/ 1678156 h 1966165"/>
                <a:gd name="connsiteX2" fmla="*/ 0 w 1399913"/>
                <a:gd name="connsiteY2" fmla="*/ 1966165 h 196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99913" h="1966165">
                  <a:moveTo>
                    <a:pt x="1399913" y="0"/>
                  </a:moveTo>
                  <a:lnTo>
                    <a:pt x="1399913" y="1678156"/>
                  </a:lnTo>
                  <a:lnTo>
                    <a:pt x="0" y="1966165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等腰三角形 10"/>
            <p:cNvSpPr/>
            <p:nvPr>
              <p:custDataLst>
                <p:tags r:id="rId4"/>
              </p:custDataLst>
            </p:nvPr>
          </p:nvSpPr>
          <p:spPr>
            <a:xfrm>
              <a:off x="10960100" y="5207000"/>
              <a:ext cx="1231900" cy="1651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101600" tIns="0" rIns="82550" bIns="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69930" y="952508"/>
            <a:ext cx="10852237" cy="5388907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3588374" y="2588654"/>
            <a:ext cx="5015250" cy="1519707"/>
          </a:xfrm>
        </p:spPr>
        <p:txBody>
          <a:bodyPr vert="horz" lIns="90170" tIns="46990" rIns="90170" bIns="46990" rtlCol="0" anchor="ctr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8000" b="1" i="0" u="none" strike="noStrike" kern="1200" cap="none" spc="6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编辑标题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lIns="90170" tIns="46990" rIns="90170" bIns="46990">
            <a:normAutofit/>
          </a:bodyPr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 lIns="90170" tIns="46990" rIns="90170" bIns="46990">
            <a:normAutofit/>
          </a:bodyPr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lIns="90170" tIns="46990" rIns="90170" bIns="46990">
            <a:normAutofit/>
          </a:bodyPr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grpSp>
        <p:nvGrpSpPr>
          <p:cNvPr id="6" name="组合 5"/>
          <p:cNvGrpSpPr/>
          <p:nvPr userDrawn="1">
            <p:custDataLst>
              <p:tags r:id="rId6"/>
            </p:custDataLst>
          </p:nvPr>
        </p:nvGrpSpPr>
        <p:grpSpPr>
          <a:xfrm flipH="1">
            <a:off x="8603626" y="3112882"/>
            <a:ext cx="436739" cy="542227"/>
            <a:chOff x="10608342" y="5053054"/>
            <a:chExt cx="1583658" cy="1966165"/>
          </a:xfrm>
        </p:grpSpPr>
        <p:sp>
          <p:nvSpPr>
            <p:cNvPr id="7" name="任意多边形: 形状 6"/>
            <p:cNvSpPr/>
            <p:nvPr>
              <p:custDataLst>
                <p:tags r:id="rId7"/>
              </p:custDataLst>
            </p:nvPr>
          </p:nvSpPr>
          <p:spPr>
            <a:xfrm rot="697528">
              <a:off x="10608342" y="5053054"/>
              <a:ext cx="1399913" cy="1966165"/>
            </a:xfrm>
            <a:custGeom>
              <a:avLst/>
              <a:gdLst>
                <a:gd name="connsiteX0" fmla="*/ 1399913 w 1399913"/>
                <a:gd name="connsiteY0" fmla="*/ 0 h 1966165"/>
                <a:gd name="connsiteX1" fmla="*/ 1399913 w 1399913"/>
                <a:gd name="connsiteY1" fmla="*/ 1678156 h 1966165"/>
                <a:gd name="connsiteX2" fmla="*/ 0 w 1399913"/>
                <a:gd name="connsiteY2" fmla="*/ 1966165 h 196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99913" h="1966165">
                  <a:moveTo>
                    <a:pt x="1399913" y="0"/>
                  </a:moveTo>
                  <a:lnTo>
                    <a:pt x="1399913" y="1678156"/>
                  </a:lnTo>
                  <a:lnTo>
                    <a:pt x="0" y="1966165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170" tIns="46990" rIns="90170" bIns="46990" rtlCol="0" anchor="ctr">
              <a:norm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8" name="等腰三角形 7"/>
            <p:cNvSpPr/>
            <p:nvPr>
              <p:custDataLst>
                <p:tags r:id="rId8"/>
              </p:custDataLst>
            </p:nvPr>
          </p:nvSpPr>
          <p:spPr>
            <a:xfrm>
              <a:off x="10960100" y="5207000"/>
              <a:ext cx="1231900" cy="1651000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170" tIns="46990" rIns="90170" bIns="46990" rtlCol="0" anchor="ctr">
              <a:normAutofit fontScale="55000" lnSpcReduction="20000"/>
            </a:bodyPr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9" name="组合 8"/>
          <p:cNvGrpSpPr/>
          <p:nvPr userDrawn="1">
            <p:custDataLst>
              <p:tags r:id="rId9"/>
            </p:custDataLst>
          </p:nvPr>
        </p:nvGrpSpPr>
        <p:grpSpPr>
          <a:xfrm>
            <a:off x="3151635" y="3119499"/>
            <a:ext cx="436739" cy="542227"/>
            <a:chOff x="10608342" y="5053054"/>
            <a:chExt cx="1583658" cy="1966165"/>
          </a:xfrm>
        </p:grpSpPr>
        <p:sp>
          <p:nvSpPr>
            <p:cNvPr id="10" name="任意多边形: 形状 9"/>
            <p:cNvSpPr/>
            <p:nvPr>
              <p:custDataLst>
                <p:tags r:id="rId10"/>
              </p:custDataLst>
            </p:nvPr>
          </p:nvSpPr>
          <p:spPr>
            <a:xfrm rot="697528">
              <a:off x="10608342" y="5053054"/>
              <a:ext cx="1399913" cy="1966165"/>
            </a:xfrm>
            <a:custGeom>
              <a:avLst/>
              <a:gdLst>
                <a:gd name="connsiteX0" fmla="*/ 1399913 w 1399913"/>
                <a:gd name="connsiteY0" fmla="*/ 0 h 1966165"/>
                <a:gd name="connsiteX1" fmla="*/ 1399913 w 1399913"/>
                <a:gd name="connsiteY1" fmla="*/ 1678156 h 1966165"/>
                <a:gd name="connsiteX2" fmla="*/ 0 w 1399913"/>
                <a:gd name="connsiteY2" fmla="*/ 1966165 h 196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99913" h="1966165">
                  <a:moveTo>
                    <a:pt x="1399913" y="0"/>
                  </a:moveTo>
                  <a:lnTo>
                    <a:pt x="1399913" y="1678156"/>
                  </a:lnTo>
                  <a:lnTo>
                    <a:pt x="0" y="1966165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170" tIns="46990" rIns="90170" bIns="46990" rtlCol="0" anchor="ctr">
              <a:norm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1" name="等腰三角形 10"/>
            <p:cNvSpPr/>
            <p:nvPr>
              <p:custDataLst>
                <p:tags r:id="rId11"/>
              </p:custDataLst>
            </p:nvPr>
          </p:nvSpPr>
          <p:spPr>
            <a:xfrm>
              <a:off x="10960100" y="5207000"/>
              <a:ext cx="1231900" cy="1651000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170" tIns="46990" rIns="90170" bIns="46990" rtlCol="0" anchor="ctr">
              <a:normAutofit fontScale="55000" lnSpcReduction="20000"/>
            </a:bodyPr>
            <a:lstStyle/>
            <a:p>
              <a:pPr algn="ctr"/>
              <a:endParaRPr lang="zh-CN" altLang="en-US" dirty="0"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 userDrawn="1">
            <p:custDataLst>
              <p:tags r:id="rId2"/>
            </p:custDataLst>
          </p:nvPr>
        </p:nvGrpSpPr>
        <p:grpSpPr>
          <a:xfrm>
            <a:off x="4001597" y="6045200"/>
            <a:ext cx="8190403" cy="812800"/>
            <a:chOff x="4001597" y="5613400"/>
            <a:chExt cx="8190403" cy="1244600"/>
          </a:xfrm>
        </p:grpSpPr>
        <p:sp>
          <p:nvSpPr>
            <p:cNvPr id="9" name="任意多边形: 形状 8"/>
            <p:cNvSpPr/>
            <p:nvPr>
              <p:custDataLst>
                <p:tags r:id="rId3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等腰三角形 9"/>
            <p:cNvSpPr/>
            <p:nvPr>
              <p:custDataLst>
                <p:tags r:id="rId4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 userDrawn="1">
            <p:ph type="title" hasCustomPrompt="1"/>
            <p:custDataLst>
              <p:tags r:id="rId5"/>
            </p:custDataLst>
          </p:nvPr>
        </p:nvSpPr>
        <p:spPr>
          <a:xfrm>
            <a:off x="838200" y="794326"/>
            <a:ext cx="10515600" cy="540484"/>
          </a:xfrm>
        </p:spPr>
        <p:txBody>
          <a:bodyPr>
            <a:normAutofit/>
          </a:bodyPr>
          <a:lstStyle>
            <a:lvl1pPr>
              <a:defRPr sz="2200" b="1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6"/>
            </p:custDataLst>
          </p:nvPr>
        </p:nvSpPr>
        <p:spPr/>
        <p:txBody>
          <a:bodyPr/>
          <a:lstStyle>
            <a:lvl1pPr>
              <a:defRPr baseline="0">
                <a:latin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7"/>
            </p:custDataLst>
          </p:nvPr>
        </p:nvSpPr>
        <p:spPr/>
        <p:txBody>
          <a:bodyPr/>
          <a:lstStyle>
            <a:lvl1pPr>
              <a:defRPr baseline="0">
                <a:latin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8"/>
            </p:custDataLst>
          </p:nvPr>
        </p:nvSpPr>
        <p:spPr/>
        <p:txBody>
          <a:bodyPr/>
          <a:lstStyle>
            <a:lvl1pPr>
              <a:defRPr baseline="0">
                <a:latin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292735" y="304165"/>
            <a:ext cx="11606530" cy="62496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grpSp>
        <p:nvGrpSpPr>
          <p:cNvPr id="11" name="组合 10"/>
          <p:cNvGrpSpPr/>
          <p:nvPr userDrawn="1">
            <p:custDataLst>
              <p:tags r:id="rId3"/>
            </p:custDataLst>
          </p:nvPr>
        </p:nvGrpSpPr>
        <p:grpSpPr>
          <a:xfrm rot="16200000">
            <a:off x="11009630" y="351790"/>
            <a:ext cx="737870" cy="916305"/>
            <a:chOff x="10608342" y="5053054"/>
            <a:chExt cx="1583658" cy="1966165"/>
          </a:xfrm>
        </p:grpSpPr>
        <p:sp>
          <p:nvSpPr>
            <p:cNvPr id="12" name="任意多边形: 形状 11"/>
            <p:cNvSpPr/>
            <p:nvPr>
              <p:custDataLst>
                <p:tags r:id="rId4"/>
              </p:custDataLst>
            </p:nvPr>
          </p:nvSpPr>
          <p:spPr>
            <a:xfrm rot="697528">
              <a:off x="10608342" y="5053054"/>
              <a:ext cx="1399913" cy="1966165"/>
            </a:xfrm>
            <a:custGeom>
              <a:avLst/>
              <a:gdLst>
                <a:gd name="connsiteX0" fmla="*/ 1399913 w 1399913"/>
                <a:gd name="connsiteY0" fmla="*/ 0 h 1966165"/>
                <a:gd name="connsiteX1" fmla="*/ 1399913 w 1399913"/>
                <a:gd name="connsiteY1" fmla="*/ 1678156 h 1966165"/>
                <a:gd name="connsiteX2" fmla="*/ 0 w 1399913"/>
                <a:gd name="connsiteY2" fmla="*/ 1966165 h 196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99913" h="1966165">
                  <a:moveTo>
                    <a:pt x="1399913" y="0"/>
                  </a:moveTo>
                  <a:lnTo>
                    <a:pt x="1399913" y="1678156"/>
                  </a:lnTo>
                  <a:lnTo>
                    <a:pt x="0" y="1966165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ea typeface="微软雅黑" panose="020B0503020204020204" charset="-122"/>
              </a:endParaRPr>
            </a:p>
          </p:txBody>
        </p:sp>
        <p:sp>
          <p:nvSpPr>
            <p:cNvPr id="13" name="等腰三角形 12"/>
            <p:cNvSpPr/>
            <p:nvPr>
              <p:custDataLst>
                <p:tags r:id="rId5"/>
              </p:custDataLst>
            </p:nvPr>
          </p:nvSpPr>
          <p:spPr>
            <a:xfrm>
              <a:off x="10960100" y="5207000"/>
              <a:ext cx="1231900" cy="1651000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ea typeface="微软雅黑" panose="020B0503020204020204" charset="-122"/>
              </a:endParaRPr>
            </a:p>
          </p:txBody>
        </p:sp>
      </p:grpSp>
      <p:grpSp>
        <p:nvGrpSpPr>
          <p:cNvPr id="14" name="组合 13"/>
          <p:cNvGrpSpPr/>
          <p:nvPr userDrawn="1">
            <p:custDataLst>
              <p:tags r:id="rId6"/>
            </p:custDataLst>
          </p:nvPr>
        </p:nvGrpSpPr>
        <p:grpSpPr>
          <a:xfrm rot="5400000">
            <a:off x="443865" y="5584825"/>
            <a:ext cx="737870" cy="916305"/>
            <a:chOff x="10608342" y="5053054"/>
            <a:chExt cx="1583658" cy="1966165"/>
          </a:xfrm>
        </p:grpSpPr>
        <p:sp>
          <p:nvSpPr>
            <p:cNvPr id="16" name="任意多边形: 形状 15"/>
            <p:cNvSpPr/>
            <p:nvPr>
              <p:custDataLst>
                <p:tags r:id="rId7"/>
              </p:custDataLst>
            </p:nvPr>
          </p:nvSpPr>
          <p:spPr>
            <a:xfrm rot="697528">
              <a:off x="10608342" y="5053054"/>
              <a:ext cx="1399913" cy="1966165"/>
            </a:xfrm>
            <a:custGeom>
              <a:avLst/>
              <a:gdLst>
                <a:gd name="connsiteX0" fmla="*/ 1399913 w 1399913"/>
                <a:gd name="connsiteY0" fmla="*/ 0 h 1966165"/>
                <a:gd name="connsiteX1" fmla="*/ 1399913 w 1399913"/>
                <a:gd name="connsiteY1" fmla="*/ 1678156 h 1966165"/>
                <a:gd name="connsiteX2" fmla="*/ 0 w 1399913"/>
                <a:gd name="connsiteY2" fmla="*/ 1966165 h 196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99913" h="1966165">
                  <a:moveTo>
                    <a:pt x="1399913" y="0"/>
                  </a:moveTo>
                  <a:lnTo>
                    <a:pt x="1399913" y="1678156"/>
                  </a:lnTo>
                  <a:lnTo>
                    <a:pt x="0" y="1966165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ea typeface="微软雅黑" panose="020B0503020204020204" charset="-122"/>
              </a:endParaRPr>
            </a:p>
          </p:txBody>
        </p:sp>
        <p:sp>
          <p:nvSpPr>
            <p:cNvPr id="17" name="等腰三角形 16"/>
            <p:cNvSpPr/>
            <p:nvPr>
              <p:custDataLst>
                <p:tags r:id="rId8"/>
              </p:custDataLst>
            </p:nvPr>
          </p:nvSpPr>
          <p:spPr>
            <a:xfrm>
              <a:off x="10960100" y="5207000"/>
              <a:ext cx="1231900" cy="1651000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ea typeface="微软雅黑" panose="020B0503020204020204" charset="-122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/>
          <a:lstStyle>
            <a:lvl1pPr>
              <a:defRPr sz="3200" b="1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 hasCustomPrompt="1"/>
            <p:custDataLst>
              <p:tags r:id="rId10"/>
            </p:custDataLst>
          </p:nvPr>
        </p:nvSpPr>
        <p:spPr>
          <a:xfrm>
            <a:off x="1281113" y="2163600"/>
            <a:ext cx="9626600" cy="3445200"/>
          </a:xfrm>
        </p:spPr>
        <p:txBody>
          <a:bodyPr>
            <a:normAutofit/>
          </a:bodyPr>
          <a:lstStyle>
            <a:lvl1pPr marL="0" indent="0"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单击此处添加文本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3460" cy="685863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 userDrawn="1">
            <p:ph type="title" hasCustomPrompt="1"/>
            <p:custDataLst>
              <p:tags r:id="rId3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>
            <a:normAutofit/>
          </a:bodyPr>
          <a:lstStyle>
            <a:lvl1pPr>
              <a:defRPr sz="3200" b="1" u="none" strike="noStrike" kern="1200" cap="none" spc="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 userDrawn="1">
            <p:ph type="body" sz="quarter" idx="13"/>
            <p:custDataLst>
              <p:tags r:id="rId7"/>
            </p:custDataLst>
          </p:nvPr>
        </p:nvSpPr>
        <p:spPr>
          <a:xfrm>
            <a:off x="586800" y="1764000"/>
            <a:ext cx="3956400" cy="4093200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9144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3716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18288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 userDrawn="1">
            <p:ph sz="quarter" idx="14"/>
            <p:custDataLst>
              <p:tags r:id="rId8"/>
            </p:custDataLst>
          </p:nvPr>
        </p:nvSpPr>
        <p:spPr>
          <a:xfrm>
            <a:off x="5101200" y="769938"/>
            <a:ext cx="6480000" cy="5087937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9144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3716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18288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>
                <a:sym typeface="+mn-ea"/>
              </a:rPr>
              <a:t>第</a:t>
            </a:r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>
                <a:sym typeface="+mn-ea"/>
              </a:rPr>
              <a:t>第</a:t>
            </a:r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>
                <a:sym typeface="+mn-ea"/>
              </a:rPr>
              <a:t>第</a:t>
            </a:r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>
                <a:sym typeface="+mn-ea"/>
              </a:rPr>
              <a:t>第</a:t>
            </a:r>
            <a:r>
              <a:rPr lang="zh-CN" altLang="en-US"/>
              <a:t>五级</a:t>
            </a:r>
            <a:endParaRPr lang="zh-CN" altLang="en-US" dirty="0"/>
          </a:p>
        </p:txBody>
      </p:sp>
      <p:grpSp>
        <p:nvGrpSpPr>
          <p:cNvPr id="11" name="组合 10"/>
          <p:cNvGrpSpPr/>
          <p:nvPr userDrawn="1">
            <p:custDataLst>
              <p:tags r:id="rId9"/>
            </p:custDataLst>
          </p:nvPr>
        </p:nvGrpSpPr>
        <p:grpSpPr>
          <a:xfrm>
            <a:off x="-1" y="0"/>
            <a:ext cx="4823460" cy="769938"/>
            <a:chOff x="-1" y="0"/>
            <a:chExt cx="4823460" cy="769938"/>
          </a:xfrm>
        </p:grpSpPr>
        <p:sp>
          <p:nvSpPr>
            <p:cNvPr id="12" name="任意多边形: 形状 11"/>
            <p:cNvSpPr/>
            <p:nvPr>
              <p:custDataLst>
                <p:tags r:id="rId10"/>
              </p:custDataLst>
            </p:nvPr>
          </p:nvSpPr>
          <p:spPr>
            <a:xfrm rot="10800000">
              <a:off x="0" y="0"/>
              <a:ext cx="4823459" cy="769938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  <a:alpha val="4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微软雅黑" panose="020B0503020204020204" charset="-122"/>
              </a:endParaRPr>
            </a:p>
          </p:txBody>
        </p:sp>
        <p:sp>
          <p:nvSpPr>
            <p:cNvPr id="14" name="等腰三角形 13"/>
            <p:cNvSpPr/>
            <p:nvPr>
              <p:custDataLst>
                <p:tags r:id="rId11"/>
              </p:custDataLst>
            </p:nvPr>
          </p:nvSpPr>
          <p:spPr>
            <a:xfrm rot="10800000">
              <a:off x="-1" y="0"/>
              <a:ext cx="3754576" cy="562171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a typeface="微软雅黑" panose="020B0503020204020204" charset="-122"/>
              </a:endParaRPr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 userDrawn="1">
            <p:ph type="title"/>
            <p:custDataLst>
              <p:tags r:id="rId3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b="1" u="none" strike="noStrike" kern="1200" cap="none" spc="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 userDrawn="1">
            <p:ph type="body" sz="quarter" idx="13"/>
            <p:custDataLst>
              <p:tags r:id="rId7"/>
            </p:custDataLst>
          </p:nvPr>
        </p:nvSpPr>
        <p:spPr>
          <a:xfrm>
            <a:off x="612000" y="1659600"/>
            <a:ext cx="10975975" cy="828000"/>
          </a:xfrm>
        </p:spPr>
        <p:txBody>
          <a:bodyPr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 userDrawn="1">
            <p:ph sz="quarter" idx="14"/>
            <p:custDataLst>
              <p:tags r:id="rId8"/>
            </p:custDataLst>
          </p:nvPr>
        </p:nvSpPr>
        <p:spPr>
          <a:xfrm>
            <a:off x="612775" y="2808000"/>
            <a:ext cx="10965600" cy="3430800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91440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37160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182880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grpSp>
        <p:nvGrpSpPr>
          <p:cNvPr id="12" name="组合 11"/>
          <p:cNvGrpSpPr/>
          <p:nvPr userDrawn="1">
            <p:custDataLst>
              <p:tags r:id="rId9"/>
            </p:custDataLst>
          </p:nvPr>
        </p:nvGrpSpPr>
        <p:grpSpPr>
          <a:xfrm flipV="1">
            <a:off x="5921829" y="0"/>
            <a:ext cx="6270171" cy="812800"/>
            <a:chOff x="4001597" y="5613400"/>
            <a:chExt cx="8190403" cy="1244600"/>
          </a:xfrm>
        </p:grpSpPr>
        <p:sp>
          <p:nvSpPr>
            <p:cNvPr id="14" name="任意多边形: 形状 13"/>
            <p:cNvSpPr/>
            <p:nvPr>
              <p:custDataLst>
                <p:tags r:id="rId10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ea typeface="微软雅黑" panose="020B0503020204020204" charset="-122"/>
              </a:endParaRPr>
            </a:p>
          </p:txBody>
        </p:sp>
        <p:sp>
          <p:nvSpPr>
            <p:cNvPr id="15" name="等腰三角形 14"/>
            <p:cNvSpPr/>
            <p:nvPr>
              <p:custDataLst>
                <p:tags r:id="rId11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ea typeface="微软雅黑" panose="020B0503020204020204" charset="-122"/>
              </a:endParaRPr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 userDrawn="1">
            <p:custDataLst>
              <p:tags r:id="rId2"/>
            </p:custDataLst>
          </p:nvPr>
        </p:nvGrpSpPr>
        <p:grpSpPr>
          <a:xfrm flipV="1">
            <a:off x="5921829" y="0"/>
            <a:ext cx="6270171" cy="812800"/>
            <a:chOff x="4001597" y="5613400"/>
            <a:chExt cx="8190403" cy="1244600"/>
          </a:xfrm>
        </p:grpSpPr>
        <p:sp>
          <p:nvSpPr>
            <p:cNvPr id="14" name="任意多边形: 形状 13"/>
            <p:cNvSpPr/>
            <p:nvPr>
              <p:custDataLst>
                <p:tags r:id="rId3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sp>
          <p:nvSpPr>
            <p:cNvPr id="15" name="等腰三角形 14"/>
            <p:cNvSpPr/>
            <p:nvPr>
              <p:custDataLst>
                <p:tags r:id="rId4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ea typeface="微软雅黑" panose="020B0503020204020204" charset="-122"/>
              </a:endParaRPr>
            </a:p>
          </p:txBody>
        </p:sp>
      </p:grpSp>
      <p:sp>
        <p:nvSpPr>
          <p:cNvPr id="13" name="矩形 12"/>
          <p:cNvSpPr/>
          <p:nvPr userDrawn="1">
            <p:custDataLst>
              <p:tags r:id="rId5"/>
            </p:custDataLst>
          </p:nvPr>
        </p:nvSpPr>
        <p:spPr>
          <a:xfrm>
            <a:off x="0" y="5041901"/>
            <a:ext cx="12192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ea typeface="微软雅黑" panose="020B0503020204020204" charset="-122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 userDrawn="1">
            <p:ph type="title"/>
            <p:custDataLst>
              <p:tags r:id="rId6"/>
            </p:custDataLst>
          </p:nvPr>
        </p:nvSpPr>
        <p:spPr>
          <a:xfrm>
            <a:off x="604520" y="669290"/>
            <a:ext cx="10976610" cy="565150"/>
          </a:xfrm>
        </p:spPr>
        <p:txBody>
          <a:bodyPr anchor="ctr"/>
          <a:lstStyle>
            <a:lvl1pPr algn="ctr">
              <a:lnSpc>
                <a:spcPct val="100000"/>
              </a:lnSpc>
              <a:defRPr sz="3200" b="1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 userDrawn="1">
            <p:ph sz="quarter" idx="13"/>
            <p:custDataLst>
              <p:tags r:id="rId10"/>
            </p:custDataLst>
          </p:nvPr>
        </p:nvSpPr>
        <p:spPr>
          <a:xfrm>
            <a:off x="604837" y="1681200"/>
            <a:ext cx="10990800" cy="3211200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9144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3716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18288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 userDrawn="1">
            <p:ph type="body" sz="quarter" idx="14"/>
            <p:custDataLst>
              <p:tags r:id="rId11"/>
            </p:custDataLst>
          </p:nvPr>
        </p:nvSpPr>
        <p:spPr>
          <a:xfrm>
            <a:off x="594000" y="5180400"/>
            <a:ext cx="11001600" cy="1011600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组合 15"/>
          <p:cNvGrpSpPr/>
          <p:nvPr userDrawn="1">
            <p:custDataLst>
              <p:tags r:id="rId2"/>
            </p:custDataLst>
          </p:nvPr>
        </p:nvGrpSpPr>
        <p:grpSpPr>
          <a:xfrm>
            <a:off x="4001597" y="6045200"/>
            <a:ext cx="8190403" cy="812800"/>
            <a:chOff x="4001597" y="5613400"/>
            <a:chExt cx="8190403" cy="1244600"/>
          </a:xfrm>
        </p:grpSpPr>
        <p:sp>
          <p:nvSpPr>
            <p:cNvPr id="17" name="任意多边形: 形状 16"/>
            <p:cNvSpPr/>
            <p:nvPr>
              <p:custDataLst>
                <p:tags r:id="rId3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sp>
          <p:nvSpPr>
            <p:cNvPr id="18" name="等腰三角形 17"/>
            <p:cNvSpPr/>
            <p:nvPr>
              <p:custDataLst>
                <p:tags r:id="rId4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微软雅黑" panose="020B0503020204020204" charset="-122"/>
              </a:endParaRPr>
            </a:p>
          </p:txBody>
        </p:sp>
      </p:grpSp>
      <p:sp>
        <p:nvSpPr>
          <p:cNvPr id="15" name="矩形 14"/>
          <p:cNvSpPr/>
          <p:nvPr userDrawn="1">
            <p:custDataLst>
              <p:tags r:id="rId5"/>
            </p:custDataLst>
          </p:nvPr>
        </p:nvSpPr>
        <p:spPr>
          <a:xfrm>
            <a:off x="0" y="0"/>
            <a:ext cx="12192000" cy="91440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 altLang="zh-CN">
              <a:solidFill>
                <a:schemeClr val="bg1"/>
              </a:solidFill>
              <a:latin typeface="Viner Hand ITC" panose="03070502030502020203" charset="0"/>
              <a:ea typeface="微软雅黑" panose="020B0503020204020204" charset="-122"/>
              <a:cs typeface="Viner Hand ITC" panose="03070502030502020203" charset="0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79600" y="237600"/>
            <a:ext cx="11037600" cy="441964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1" u="none" strike="noStrike" kern="1200" cap="none" spc="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7"/>
            </p:custDataLst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 marL="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2pPr>
            <a:lvl3pPr marL="91440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3pPr>
            <a:lvl4pPr marL="137160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4pPr>
            <a:lvl5pPr marL="182880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1"/>
            </p:custDataLst>
          </p:nvPr>
        </p:nvSpPr>
        <p:spPr>
          <a:xfrm>
            <a:off x="6242400" y="1663200"/>
            <a:ext cx="5367600" cy="2894400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2pPr>
            <a:lvl3pPr marL="91440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3pPr>
            <a:lvl4pPr marL="137160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4pPr>
            <a:lvl5pPr marL="182880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2"/>
            </p:custDataLst>
          </p:nvPr>
        </p:nvSpPr>
        <p:spPr>
          <a:xfrm>
            <a:off x="572400" y="4816800"/>
            <a:ext cx="5342400" cy="781200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3"/>
            </p:custDataLst>
          </p:nvPr>
        </p:nvSpPr>
        <p:spPr>
          <a:xfrm>
            <a:off x="6253200" y="4813200"/>
            <a:ext cx="5367600" cy="781200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>
            <p:custDataLst>
              <p:tags r:id="rId2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grpSp>
        <p:nvGrpSpPr>
          <p:cNvPr id="15" name="组合 14"/>
          <p:cNvGrpSpPr/>
          <p:nvPr userDrawn="1">
            <p:custDataLst>
              <p:tags r:id="rId3"/>
            </p:custDataLst>
          </p:nvPr>
        </p:nvGrpSpPr>
        <p:grpSpPr>
          <a:xfrm rot="10800000">
            <a:off x="0" y="0"/>
            <a:ext cx="5457825" cy="1529715"/>
            <a:chOff x="4001597" y="5613400"/>
            <a:chExt cx="8190403" cy="1244600"/>
          </a:xfrm>
        </p:grpSpPr>
        <p:sp>
          <p:nvSpPr>
            <p:cNvPr id="16" name="任意多边形: 形状 15"/>
            <p:cNvSpPr/>
            <p:nvPr>
              <p:custDataLst>
                <p:tags r:id="rId4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ea typeface="微软雅黑" panose="020B0503020204020204" charset="-122"/>
              </a:endParaRPr>
            </a:p>
          </p:txBody>
        </p:sp>
        <p:sp>
          <p:nvSpPr>
            <p:cNvPr id="17" name="等腰三角形 16"/>
            <p:cNvSpPr/>
            <p:nvPr>
              <p:custDataLst>
                <p:tags r:id="rId5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微软雅黑" panose="020B0503020204020204" charset="-122"/>
              </a:endParaRPr>
            </a:p>
          </p:txBody>
        </p:sp>
      </p:grpSp>
      <p:grpSp>
        <p:nvGrpSpPr>
          <p:cNvPr id="18" name="组合 17"/>
          <p:cNvGrpSpPr/>
          <p:nvPr userDrawn="1">
            <p:custDataLst>
              <p:tags r:id="rId6"/>
            </p:custDataLst>
          </p:nvPr>
        </p:nvGrpSpPr>
        <p:grpSpPr>
          <a:xfrm>
            <a:off x="6734175" y="5323840"/>
            <a:ext cx="5457825" cy="1529715"/>
            <a:chOff x="4001597" y="5613400"/>
            <a:chExt cx="8190403" cy="1244600"/>
          </a:xfrm>
        </p:grpSpPr>
        <p:sp>
          <p:nvSpPr>
            <p:cNvPr id="19" name="任意多边形: 形状 18"/>
            <p:cNvSpPr/>
            <p:nvPr>
              <p:custDataLst>
                <p:tags r:id="rId7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微软雅黑" panose="020B0503020204020204" charset="-122"/>
              </a:endParaRPr>
            </a:p>
          </p:txBody>
        </p:sp>
        <p:sp>
          <p:nvSpPr>
            <p:cNvPr id="20" name="等腰三角形 19"/>
            <p:cNvSpPr/>
            <p:nvPr>
              <p:custDataLst>
                <p:tags r:id="rId8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ea typeface="微软雅黑" panose="020B0503020204020204" charset="-122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 userDrawn="1">
            <p:ph type="title" hasCustomPrompt="1"/>
            <p:custDataLst>
              <p:tags r:id="rId9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b="1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10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11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12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 userDrawn="1">
            <p:ph type="body" sz="quarter" idx="13"/>
            <p:custDataLst>
              <p:tags r:id="rId13"/>
            </p:custDataLst>
          </p:nvPr>
        </p:nvSpPr>
        <p:spPr>
          <a:xfrm>
            <a:off x="1522413" y="3862800"/>
            <a:ext cx="9144000" cy="1656000"/>
          </a:xfrm>
        </p:spPr>
        <p:txBody>
          <a:bodyPr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.xml"/><Relationship Id="rId8" Type="http://schemas.openxmlformats.org/officeDocument/2006/relationships/slideLayout" Target="../slideLayouts/slideLayout9.xml"/><Relationship Id="rId7" Type="http://schemas.openxmlformats.org/officeDocument/2006/relationships/slideLayout" Target="../slideLayouts/slideLayout8.xml"/><Relationship Id="rId6" Type="http://schemas.openxmlformats.org/officeDocument/2006/relationships/slideLayout" Target="../slideLayouts/slideLayout7.xml"/><Relationship Id="rId5" Type="http://schemas.openxmlformats.org/officeDocument/2006/relationships/slideLayout" Target="../slideLayouts/slideLayout6.xml"/><Relationship Id="rId4" Type="http://schemas.openxmlformats.org/officeDocument/2006/relationships/slideLayout" Target="../slideLayouts/slideLayout5.xml"/><Relationship Id="rId3" Type="http://schemas.openxmlformats.org/officeDocument/2006/relationships/slideLayout" Target="../slideLayouts/slideLayout4.xml"/><Relationship Id="rId25" Type="http://schemas.openxmlformats.org/officeDocument/2006/relationships/theme" Target="../theme/theme2.xml"/><Relationship Id="rId24" Type="http://schemas.openxmlformats.org/officeDocument/2006/relationships/tags" Target="../tags/tag160.xml"/><Relationship Id="rId23" Type="http://schemas.openxmlformats.org/officeDocument/2006/relationships/tags" Target="../tags/tag159.xml"/><Relationship Id="rId22" Type="http://schemas.openxmlformats.org/officeDocument/2006/relationships/tags" Target="../tags/tag158.xml"/><Relationship Id="rId21" Type="http://schemas.openxmlformats.org/officeDocument/2006/relationships/tags" Target="../tags/tag157.xml"/><Relationship Id="rId20" Type="http://schemas.openxmlformats.org/officeDocument/2006/relationships/tags" Target="../tags/tag156.xml"/><Relationship Id="rId2" Type="http://schemas.openxmlformats.org/officeDocument/2006/relationships/slideLayout" Target="../slideLayouts/slideLayout3.xml"/><Relationship Id="rId19" Type="http://schemas.openxmlformats.org/officeDocument/2006/relationships/tags" Target="../tags/tag155.xml"/><Relationship Id="rId18" Type="http://schemas.openxmlformats.org/officeDocument/2006/relationships/slideLayout" Target="../slideLayouts/slideLayout19.xml"/><Relationship Id="rId17" Type="http://schemas.openxmlformats.org/officeDocument/2006/relationships/slideLayout" Target="../slideLayouts/slideLayout18.xml"/><Relationship Id="rId16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16.xml"/><Relationship Id="rId14" Type="http://schemas.openxmlformats.org/officeDocument/2006/relationships/slideLayout" Target="../slideLayouts/slideLayout15.xml"/><Relationship Id="rId13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1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lIns="101600" tIns="38100" rIns="76200" bIns="38100" rtlCol="0" anchor="t" anchorCtr="0">
            <a:no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669882" y="952508"/>
            <a:ext cx="10852237" cy="5388907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1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2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2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168.xml"/><Relationship Id="rId8" Type="http://schemas.openxmlformats.org/officeDocument/2006/relationships/image" Target="../media/image1.png"/><Relationship Id="rId7" Type="http://schemas.openxmlformats.org/officeDocument/2006/relationships/tags" Target="../tags/tag167.xml"/><Relationship Id="rId6" Type="http://schemas.openxmlformats.org/officeDocument/2006/relationships/tags" Target="../tags/tag166.xml"/><Relationship Id="rId5" Type="http://schemas.openxmlformats.org/officeDocument/2006/relationships/tags" Target="../tags/tag165.xml"/><Relationship Id="rId4" Type="http://schemas.openxmlformats.org/officeDocument/2006/relationships/tags" Target="../tags/tag164.xml"/><Relationship Id="rId3" Type="http://schemas.openxmlformats.org/officeDocument/2006/relationships/tags" Target="../tags/tag163.xml"/><Relationship Id="rId2" Type="http://schemas.openxmlformats.org/officeDocument/2006/relationships/tags" Target="../tags/tag162.xml"/><Relationship Id="rId11" Type="http://schemas.openxmlformats.org/officeDocument/2006/relationships/notesSlide" Target="../notesSlides/notesSlide1.xml"/><Relationship Id="rId10" Type="http://schemas.openxmlformats.org/officeDocument/2006/relationships/slideLayout" Target="../slideLayouts/slideLayout2.xml"/><Relationship Id="rId1" Type="http://schemas.openxmlformats.org/officeDocument/2006/relationships/tags" Target="../tags/tag16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77.xml"/><Relationship Id="rId8" Type="http://schemas.openxmlformats.org/officeDocument/2006/relationships/tags" Target="../tags/tag176.xml"/><Relationship Id="rId7" Type="http://schemas.openxmlformats.org/officeDocument/2006/relationships/tags" Target="../tags/tag175.xml"/><Relationship Id="rId6" Type="http://schemas.openxmlformats.org/officeDocument/2006/relationships/tags" Target="../tags/tag174.xml"/><Relationship Id="rId5" Type="http://schemas.openxmlformats.org/officeDocument/2006/relationships/tags" Target="../tags/tag173.xml"/><Relationship Id="rId4" Type="http://schemas.openxmlformats.org/officeDocument/2006/relationships/tags" Target="../tags/tag172.xml"/><Relationship Id="rId3" Type="http://schemas.openxmlformats.org/officeDocument/2006/relationships/tags" Target="../tags/tag171.xml"/><Relationship Id="rId2" Type="http://schemas.openxmlformats.org/officeDocument/2006/relationships/tags" Target="../tags/tag170.xml"/><Relationship Id="rId15" Type="http://schemas.openxmlformats.org/officeDocument/2006/relationships/notesSlide" Target="../notesSlides/notesSlide2.xml"/><Relationship Id="rId14" Type="http://schemas.openxmlformats.org/officeDocument/2006/relationships/slideLayout" Target="../slideLayouts/slideLayout8.xml"/><Relationship Id="rId13" Type="http://schemas.openxmlformats.org/officeDocument/2006/relationships/tags" Target="../tags/tag181.xml"/><Relationship Id="rId12" Type="http://schemas.openxmlformats.org/officeDocument/2006/relationships/tags" Target="../tags/tag180.xml"/><Relationship Id="rId11" Type="http://schemas.openxmlformats.org/officeDocument/2006/relationships/tags" Target="../tags/tag179.xml"/><Relationship Id="rId10" Type="http://schemas.openxmlformats.org/officeDocument/2006/relationships/tags" Target="../tags/tag178.xml"/><Relationship Id="rId1" Type="http://schemas.openxmlformats.org/officeDocument/2006/relationships/tags" Target="../tags/tag169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190.xml"/><Relationship Id="rId8" Type="http://schemas.openxmlformats.org/officeDocument/2006/relationships/tags" Target="../tags/tag189.xml"/><Relationship Id="rId7" Type="http://schemas.openxmlformats.org/officeDocument/2006/relationships/tags" Target="../tags/tag188.xml"/><Relationship Id="rId6" Type="http://schemas.openxmlformats.org/officeDocument/2006/relationships/tags" Target="../tags/tag187.xml"/><Relationship Id="rId5" Type="http://schemas.openxmlformats.org/officeDocument/2006/relationships/tags" Target="../tags/tag186.xml"/><Relationship Id="rId4" Type="http://schemas.openxmlformats.org/officeDocument/2006/relationships/tags" Target="../tags/tag185.xml"/><Relationship Id="rId3" Type="http://schemas.openxmlformats.org/officeDocument/2006/relationships/tags" Target="../tags/tag184.xml"/><Relationship Id="rId2" Type="http://schemas.openxmlformats.org/officeDocument/2006/relationships/tags" Target="../tags/tag183.xml"/><Relationship Id="rId12" Type="http://schemas.openxmlformats.org/officeDocument/2006/relationships/notesSlide" Target="../notesSlides/notesSlide3.xml"/><Relationship Id="rId11" Type="http://schemas.openxmlformats.org/officeDocument/2006/relationships/slideLayout" Target="../slideLayouts/slideLayout8.xml"/><Relationship Id="rId10" Type="http://schemas.openxmlformats.org/officeDocument/2006/relationships/tags" Target="../tags/tag191.xml"/><Relationship Id="rId1" Type="http://schemas.openxmlformats.org/officeDocument/2006/relationships/tags" Target="../tags/tag18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7" Type="http://schemas.openxmlformats.org/officeDocument/2006/relationships/slideLayout" Target="../slideLayouts/slideLayout8.xml"/><Relationship Id="rId6" Type="http://schemas.openxmlformats.org/officeDocument/2006/relationships/tags" Target="../tags/tag196.xml"/><Relationship Id="rId5" Type="http://schemas.openxmlformats.org/officeDocument/2006/relationships/image" Target="../media/image2.png"/><Relationship Id="rId4" Type="http://schemas.openxmlformats.org/officeDocument/2006/relationships/tags" Target="../tags/tag195.xml"/><Relationship Id="rId3" Type="http://schemas.openxmlformats.org/officeDocument/2006/relationships/tags" Target="../tags/tag194.xml"/><Relationship Id="rId2" Type="http://schemas.openxmlformats.org/officeDocument/2006/relationships/tags" Target="../tags/tag193.xml"/><Relationship Id="rId1" Type="http://schemas.openxmlformats.org/officeDocument/2006/relationships/tags" Target="../tags/tag192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205.xml"/><Relationship Id="rId8" Type="http://schemas.openxmlformats.org/officeDocument/2006/relationships/tags" Target="../tags/tag204.xml"/><Relationship Id="rId7" Type="http://schemas.openxmlformats.org/officeDocument/2006/relationships/tags" Target="../tags/tag203.xml"/><Relationship Id="rId6" Type="http://schemas.openxmlformats.org/officeDocument/2006/relationships/tags" Target="../tags/tag202.xml"/><Relationship Id="rId5" Type="http://schemas.openxmlformats.org/officeDocument/2006/relationships/tags" Target="../tags/tag201.xml"/><Relationship Id="rId4" Type="http://schemas.openxmlformats.org/officeDocument/2006/relationships/tags" Target="../tags/tag200.xml"/><Relationship Id="rId3" Type="http://schemas.openxmlformats.org/officeDocument/2006/relationships/tags" Target="../tags/tag199.xml"/><Relationship Id="rId21" Type="http://schemas.openxmlformats.org/officeDocument/2006/relationships/notesSlide" Target="../notesSlides/notesSlide5.xml"/><Relationship Id="rId20" Type="http://schemas.openxmlformats.org/officeDocument/2006/relationships/slideLayout" Target="../slideLayouts/slideLayout8.xml"/><Relationship Id="rId2" Type="http://schemas.openxmlformats.org/officeDocument/2006/relationships/tags" Target="../tags/tag198.xml"/><Relationship Id="rId19" Type="http://schemas.openxmlformats.org/officeDocument/2006/relationships/tags" Target="../tags/tag215.xml"/><Relationship Id="rId18" Type="http://schemas.openxmlformats.org/officeDocument/2006/relationships/tags" Target="../tags/tag214.xml"/><Relationship Id="rId17" Type="http://schemas.openxmlformats.org/officeDocument/2006/relationships/tags" Target="../tags/tag213.xml"/><Relationship Id="rId16" Type="http://schemas.openxmlformats.org/officeDocument/2006/relationships/tags" Target="../tags/tag212.xml"/><Relationship Id="rId15" Type="http://schemas.openxmlformats.org/officeDocument/2006/relationships/tags" Target="../tags/tag211.xml"/><Relationship Id="rId14" Type="http://schemas.openxmlformats.org/officeDocument/2006/relationships/tags" Target="../tags/tag210.xml"/><Relationship Id="rId13" Type="http://schemas.openxmlformats.org/officeDocument/2006/relationships/tags" Target="../tags/tag209.xml"/><Relationship Id="rId12" Type="http://schemas.openxmlformats.org/officeDocument/2006/relationships/tags" Target="../tags/tag208.xml"/><Relationship Id="rId11" Type="http://schemas.openxmlformats.org/officeDocument/2006/relationships/tags" Target="../tags/tag207.xml"/><Relationship Id="rId10" Type="http://schemas.openxmlformats.org/officeDocument/2006/relationships/tags" Target="../tags/tag206.xml"/><Relationship Id="rId1" Type="http://schemas.openxmlformats.org/officeDocument/2006/relationships/tags" Target="../tags/tag197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223.xml"/><Relationship Id="rId8" Type="http://schemas.openxmlformats.org/officeDocument/2006/relationships/tags" Target="../tags/tag222.xml"/><Relationship Id="rId7" Type="http://schemas.openxmlformats.org/officeDocument/2006/relationships/tags" Target="../tags/tag221.xml"/><Relationship Id="rId6" Type="http://schemas.openxmlformats.org/officeDocument/2006/relationships/tags" Target="../tags/tag220.xml"/><Relationship Id="rId5" Type="http://schemas.openxmlformats.org/officeDocument/2006/relationships/image" Target="../media/image3.png"/><Relationship Id="rId4" Type="http://schemas.openxmlformats.org/officeDocument/2006/relationships/tags" Target="../tags/tag219.xml"/><Relationship Id="rId36" Type="http://schemas.openxmlformats.org/officeDocument/2006/relationships/notesSlide" Target="../notesSlides/notesSlide6.xml"/><Relationship Id="rId35" Type="http://schemas.openxmlformats.org/officeDocument/2006/relationships/slideLayout" Target="../slideLayouts/slideLayout8.xml"/><Relationship Id="rId34" Type="http://schemas.openxmlformats.org/officeDocument/2006/relationships/tags" Target="../tags/tag248.xml"/><Relationship Id="rId33" Type="http://schemas.openxmlformats.org/officeDocument/2006/relationships/tags" Target="../tags/tag247.xml"/><Relationship Id="rId32" Type="http://schemas.openxmlformats.org/officeDocument/2006/relationships/tags" Target="../tags/tag246.xml"/><Relationship Id="rId31" Type="http://schemas.openxmlformats.org/officeDocument/2006/relationships/tags" Target="../tags/tag245.xml"/><Relationship Id="rId30" Type="http://schemas.openxmlformats.org/officeDocument/2006/relationships/tags" Target="../tags/tag244.xml"/><Relationship Id="rId3" Type="http://schemas.openxmlformats.org/officeDocument/2006/relationships/tags" Target="../tags/tag218.xml"/><Relationship Id="rId29" Type="http://schemas.openxmlformats.org/officeDocument/2006/relationships/tags" Target="../tags/tag243.xml"/><Relationship Id="rId28" Type="http://schemas.openxmlformats.org/officeDocument/2006/relationships/tags" Target="../tags/tag242.xml"/><Relationship Id="rId27" Type="http://schemas.openxmlformats.org/officeDocument/2006/relationships/tags" Target="../tags/tag241.xml"/><Relationship Id="rId26" Type="http://schemas.openxmlformats.org/officeDocument/2006/relationships/tags" Target="../tags/tag240.xml"/><Relationship Id="rId25" Type="http://schemas.openxmlformats.org/officeDocument/2006/relationships/tags" Target="../tags/tag239.xml"/><Relationship Id="rId24" Type="http://schemas.openxmlformats.org/officeDocument/2006/relationships/tags" Target="../tags/tag238.xml"/><Relationship Id="rId23" Type="http://schemas.openxmlformats.org/officeDocument/2006/relationships/tags" Target="../tags/tag237.xml"/><Relationship Id="rId22" Type="http://schemas.openxmlformats.org/officeDocument/2006/relationships/tags" Target="../tags/tag236.xml"/><Relationship Id="rId21" Type="http://schemas.openxmlformats.org/officeDocument/2006/relationships/tags" Target="../tags/tag235.xml"/><Relationship Id="rId20" Type="http://schemas.openxmlformats.org/officeDocument/2006/relationships/tags" Target="../tags/tag234.xml"/><Relationship Id="rId2" Type="http://schemas.openxmlformats.org/officeDocument/2006/relationships/tags" Target="../tags/tag217.xml"/><Relationship Id="rId19" Type="http://schemas.openxmlformats.org/officeDocument/2006/relationships/tags" Target="../tags/tag233.xml"/><Relationship Id="rId18" Type="http://schemas.openxmlformats.org/officeDocument/2006/relationships/tags" Target="../tags/tag232.xml"/><Relationship Id="rId17" Type="http://schemas.openxmlformats.org/officeDocument/2006/relationships/tags" Target="../tags/tag231.xml"/><Relationship Id="rId16" Type="http://schemas.openxmlformats.org/officeDocument/2006/relationships/tags" Target="../tags/tag230.xml"/><Relationship Id="rId15" Type="http://schemas.openxmlformats.org/officeDocument/2006/relationships/tags" Target="../tags/tag229.xml"/><Relationship Id="rId14" Type="http://schemas.openxmlformats.org/officeDocument/2006/relationships/tags" Target="../tags/tag228.xml"/><Relationship Id="rId13" Type="http://schemas.openxmlformats.org/officeDocument/2006/relationships/tags" Target="../tags/tag227.xml"/><Relationship Id="rId12" Type="http://schemas.openxmlformats.org/officeDocument/2006/relationships/tags" Target="../tags/tag226.xml"/><Relationship Id="rId11" Type="http://schemas.openxmlformats.org/officeDocument/2006/relationships/tags" Target="../tags/tag225.xml"/><Relationship Id="rId10" Type="http://schemas.openxmlformats.org/officeDocument/2006/relationships/tags" Target="../tags/tag224.xml"/><Relationship Id="rId1" Type="http://schemas.openxmlformats.org/officeDocument/2006/relationships/tags" Target="../tags/tag216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257.xml"/><Relationship Id="rId8" Type="http://schemas.openxmlformats.org/officeDocument/2006/relationships/tags" Target="../tags/tag256.xml"/><Relationship Id="rId7" Type="http://schemas.openxmlformats.org/officeDocument/2006/relationships/tags" Target="../tags/tag255.xml"/><Relationship Id="rId6" Type="http://schemas.openxmlformats.org/officeDocument/2006/relationships/tags" Target="../tags/tag254.xml"/><Relationship Id="rId5" Type="http://schemas.openxmlformats.org/officeDocument/2006/relationships/tags" Target="../tags/tag253.xml"/><Relationship Id="rId4" Type="http://schemas.openxmlformats.org/officeDocument/2006/relationships/tags" Target="../tags/tag252.xml"/><Relationship Id="rId3" Type="http://schemas.openxmlformats.org/officeDocument/2006/relationships/tags" Target="../tags/tag251.xml"/><Relationship Id="rId2" Type="http://schemas.openxmlformats.org/officeDocument/2006/relationships/tags" Target="../tags/tag250.xml"/><Relationship Id="rId19" Type="http://schemas.openxmlformats.org/officeDocument/2006/relationships/notesSlide" Target="../notesSlides/notesSlide7.xml"/><Relationship Id="rId18" Type="http://schemas.openxmlformats.org/officeDocument/2006/relationships/slideLayout" Target="../slideLayouts/slideLayout8.xml"/><Relationship Id="rId17" Type="http://schemas.openxmlformats.org/officeDocument/2006/relationships/tags" Target="../tags/tag265.xml"/><Relationship Id="rId16" Type="http://schemas.openxmlformats.org/officeDocument/2006/relationships/tags" Target="../tags/tag264.xml"/><Relationship Id="rId15" Type="http://schemas.openxmlformats.org/officeDocument/2006/relationships/tags" Target="../tags/tag263.xml"/><Relationship Id="rId14" Type="http://schemas.openxmlformats.org/officeDocument/2006/relationships/tags" Target="../tags/tag262.xml"/><Relationship Id="rId13" Type="http://schemas.openxmlformats.org/officeDocument/2006/relationships/tags" Target="../tags/tag261.xml"/><Relationship Id="rId12" Type="http://schemas.openxmlformats.org/officeDocument/2006/relationships/tags" Target="../tags/tag260.xml"/><Relationship Id="rId11" Type="http://schemas.openxmlformats.org/officeDocument/2006/relationships/tags" Target="../tags/tag259.xml"/><Relationship Id="rId10" Type="http://schemas.openxmlformats.org/officeDocument/2006/relationships/tags" Target="../tags/tag258.xml"/><Relationship Id="rId1" Type="http://schemas.openxmlformats.org/officeDocument/2006/relationships/tags" Target="../tags/tag249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8.xml"/><Relationship Id="rId7" Type="http://schemas.openxmlformats.org/officeDocument/2006/relationships/slideLayout" Target="../slideLayouts/slideLayout8.xml"/><Relationship Id="rId6" Type="http://schemas.openxmlformats.org/officeDocument/2006/relationships/tags" Target="../tags/tag271.xml"/><Relationship Id="rId5" Type="http://schemas.openxmlformats.org/officeDocument/2006/relationships/tags" Target="../tags/tag270.xml"/><Relationship Id="rId4" Type="http://schemas.openxmlformats.org/officeDocument/2006/relationships/tags" Target="../tags/tag269.xml"/><Relationship Id="rId3" Type="http://schemas.openxmlformats.org/officeDocument/2006/relationships/tags" Target="../tags/tag268.xml"/><Relationship Id="rId2" Type="http://schemas.openxmlformats.org/officeDocument/2006/relationships/tags" Target="../tags/tag267.xml"/><Relationship Id="rId1" Type="http://schemas.openxmlformats.org/officeDocument/2006/relationships/tags" Target="../tags/tag266.xml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9.xml"/><Relationship Id="rId6" Type="http://schemas.openxmlformats.org/officeDocument/2006/relationships/slideLayout" Target="../slideLayouts/slideLayout8.xml"/><Relationship Id="rId5" Type="http://schemas.openxmlformats.org/officeDocument/2006/relationships/tags" Target="../tags/tag276.xml"/><Relationship Id="rId4" Type="http://schemas.openxmlformats.org/officeDocument/2006/relationships/tags" Target="../tags/tag275.xml"/><Relationship Id="rId3" Type="http://schemas.openxmlformats.org/officeDocument/2006/relationships/tags" Target="../tags/tag274.xml"/><Relationship Id="rId2" Type="http://schemas.openxmlformats.org/officeDocument/2006/relationships/tags" Target="../tags/tag273.xml"/><Relationship Id="rId1" Type="http://schemas.openxmlformats.org/officeDocument/2006/relationships/tags" Target="../tags/tag27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0.xml"/><Relationship Id="rId7" Type="http://schemas.openxmlformats.org/officeDocument/2006/relationships/slideLayout" Target="../slideLayouts/slideLayout8.xml"/><Relationship Id="rId6" Type="http://schemas.openxmlformats.org/officeDocument/2006/relationships/tags" Target="../tags/tag282.xml"/><Relationship Id="rId5" Type="http://schemas.openxmlformats.org/officeDocument/2006/relationships/tags" Target="../tags/tag281.xml"/><Relationship Id="rId4" Type="http://schemas.openxmlformats.org/officeDocument/2006/relationships/tags" Target="../tags/tag280.xml"/><Relationship Id="rId3" Type="http://schemas.openxmlformats.org/officeDocument/2006/relationships/tags" Target="../tags/tag279.xml"/><Relationship Id="rId2" Type="http://schemas.openxmlformats.org/officeDocument/2006/relationships/tags" Target="../tags/tag278.xml"/><Relationship Id="rId1" Type="http://schemas.openxmlformats.org/officeDocument/2006/relationships/tags" Target="../tags/tag27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1.xml"/><Relationship Id="rId7" Type="http://schemas.openxmlformats.org/officeDocument/2006/relationships/slideLayout" Target="../slideLayouts/slideLayout8.xml"/><Relationship Id="rId6" Type="http://schemas.openxmlformats.org/officeDocument/2006/relationships/tags" Target="../tags/tag288.xml"/><Relationship Id="rId5" Type="http://schemas.openxmlformats.org/officeDocument/2006/relationships/tags" Target="../tags/tag287.xml"/><Relationship Id="rId4" Type="http://schemas.openxmlformats.org/officeDocument/2006/relationships/tags" Target="../tags/tag286.xml"/><Relationship Id="rId3" Type="http://schemas.openxmlformats.org/officeDocument/2006/relationships/tags" Target="../tags/tag285.xml"/><Relationship Id="rId2" Type="http://schemas.openxmlformats.org/officeDocument/2006/relationships/tags" Target="../tags/tag284.xml"/><Relationship Id="rId1" Type="http://schemas.openxmlformats.org/officeDocument/2006/relationships/tags" Target="../tags/tag283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297.xml"/><Relationship Id="rId8" Type="http://schemas.openxmlformats.org/officeDocument/2006/relationships/tags" Target="../tags/tag296.xml"/><Relationship Id="rId7" Type="http://schemas.openxmlformats.org/officeDocument/2006/relationships/tags" Target="../tags/tag295.xml"/><Relationship Id="rId6" Type="http://schemas.openxmlformats.org/officeDocument/2006/relationships/tags" Target="../tags/tag294.xml"/><Relationship Id="rId5" Type="http://schemas.openxmlformats.org/officeDocument/2006/relationships/tags" Target="../tags/tag293.xml"/><Relationship Id="rId4" Type="http://schemas.openxmlformats.org/officeDocument/2006/relationships/tags" Target="../tags/tag292.xml"/><Relationship Id="rId3" Type="http://schemas.openxmlformats.org/officeDocument/2006/relationships/tags" Target="../tags/tag291.xml"/><Relationship Id="rId2" Type="http://schemas.openxmlformats.org/officeDocument/2006/relationships/tags" Target="../tags/tag290.xml"/><Relationship Id="rId11" Type="http://schemas.openxmlformats.org/officeDocument/2006/relationships/notesSlide" Target="../notesSlides/notesSlide12.xml"/><Relationship Id="rId10" Type="http://schemas.openxmlformats.org/officeDocument/2006/relationships/slideLayout" Target="../slideLayouts/slideLayout8.xml"/><Relationship Id="rId1" Type="http://schemas.openxmlformats.org/officeDocument/2006/relationships/tags" Target="../tags/tag289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306.xml"/><Relationship Id="rId8" Type="http://schemas.openxmlformats.org/officeDocument/2006/relationships/tags" Target="../tags/tag305.xml"/><Relationship Id="rId7" Type="http://schemas.openxmlformats.org/officeDocument/2006/relationships/tags" Target="../tags/tag304.xml"/><Relationship Id="rId6" Type="http://schemas.openxmlformats.org/officeDocument/2006/relationships/tags" Target="../tags/tag303.xml"/><Relationship Id="rId5" Type="http://schemas.openxmlformats.org/officeDocument/2006/relationships/tags" Target="../tags/tag302.xml"/><Relationship Id="rId4" Type="http://schemas.openxmlformats.org/officeDocument/2006/relationships/tags" Target="../tags/tag301.xml"/><Relationship Id="rId3" Type="http://schemas.openxmlformats.org/officeDocument/2006/relationships/tags" Target="../tags/tag300.xml"/><Relationship Id="rId23" Type="http://schemas.openxmlformats.org/officeDocument/2006/relationships/notesSlide" Target="../notesSlides/notesSlide13.xml"/><Relationship Id="rId22" Type="http://schemas.openxmlformats.org/officeDocument/2006/relationships/slideLayout" Target="../slideLayouts/slideLayout8.xml"/><Relationship Id="rId21" Type="http://schemas.openxmlformats.org/officeDocument/2006/relationships/tags" Target="../tags/tag318.xml"/><Relationship Id="rId20" Type="http://schemas.openxmlformats.org/officeDocument/2006/relationships/tags" Target="../tags/tag317.xml"/><Relationship Id="rId2" Type="http://schemas.openxmlformats.org/officeDocument/2006/relationships/tags" Target="../tags/tag299.xml"/><Relationship Id="rId19" Type="http://schemas.openxmlformats.org/officeDocument/2006/relationships/tags" Target="../tags/tag316.xml"/><Relationship Id="rId18" Type="http://schemas.openxmlformats.org/officeDocument/2006/relationships/tags" Target="../tags/tag315.xml"/><Relationship Id="rId17" Type="http://schemas.openxmlformats.org/officeDocument/2006/relationships/tags" Target="../tags/tag314.xml"/><Relationship Id="rId16" Type="http://schemas.openxmlformats.org/officeDocument/2006/relationships/tags" Target="../tags/tag313.xml"/><Relationship Id="rId15" Type="http://schemas.openxmlformats.org/officeDocument/2006/relationships/tags" Target="../tags/tag312.xml"/><Relationship Id="rId14" Type="http://schemas.openxmlformats.org/officeDocument/2006/relationships/tags" Target="../tags/tag311.xml"/><Relationship Id="rId13" Type="http://schemas.openxmlformats.org/officeDocument/2006/relationships/tags" Target="../tags/tag310.xml"/><Relationship Id="rId12" Type="http://schemas.openxmlformats.org/officeDocument/2006/relationships/tags" Target="../tags/tag309.xml"/><Relationship Id="rId11" Type="http://schemas.openxmlformats.org/officeDocument/2006/relationships/tags" Target="../tags/tag308.xml"/><Relationship Id="rId10" Type="http://schemas.openxmlformats.org/officeDocument/2006/relationships/tags" Target="../tags/tag307.xml"/><Relationship Id="rId1" Type="http://schemas.openxmlformats.org/officeDocument/2006/relationships/tags" Target="../tags/tag298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327.xml"/><Relationship Id="rId8" Type="http://schemas.openxmlformats.org/officeDocument/2006/relationships/tags" Target="../tags/tag326.xml"/><Relationship Id="rId7" Type="http://schemas.openxmlformats.org/officeDocument/2006/relationships/tags" Target="../tags/tag325.xml"/><Relationship Id="rId6" Type="http://schemas.openxmlformats.org/officeDocument/2006/relationships/tags" Target="../tags/tag324.xml"/><Relationship Id="rId5" Type="http://schemas.openxmlformats.org/officeDocument/2006/relationships/tags" Target="../tags/tag323.xml"/><Relationship Id="rId4" Type="http://schemas.openxmlformats.org/officeDocument/2006/relationships/tags" Target="../tags/tag322.xml"/><Relationship Id="rId3" Type="http://schemas.openxmlformats.org/officeDocument/2006/relationships/tags" Target="../tags/tag321.xml"/><Relationship Id="rId2" Type="http://schemas.openxmlformats.org/officeDocument/2006/relationships/tags" Target="../tags/tag320.xml"/><Relationship Id="rId12" Type="http://schemas.openxmlformats.org/officeDocument/2006/relationships/notesSlide" Target="../notesSlides/notesSlide14.xml"/><Relationship Id="rId11" Type="http://schemas.openxmlformats.org/officeDocument/2006/relationships/slideLayout" Target="../slideLayouts/slideLayout8.xml"/><Relationship Id="rId10" Type="http://schemas.openxmlformats.org/officeDocument/2006/relationships/tags" Target="../tags/tag328.xml"/><Relationship Id="rId1" Type="http://schemas.openxmlformats.org/officeDocument/2006/relationships/tags" Target="../tags/tag319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335.xml"/><Relationship Id="rId8" Type="http://schemas.openxmlformats.org/officeDocument/2006/relationships/tags" Target="../tags/tag334.xml"/><Relationship Id="rId7" Type="http://schemas.openxmlformats.org/officeDocument/2006/relationships/image" Target="../media/image5.png"/><Relationship Id="rId6" Type="http://schemas.openxmlformats.org/officeDocument/2006/relationships/tags" Target="../tags/tag333.xml"/><Relationship Id="rId5" Type="http://schemas.openxmlformats.org/officeDocument/2006/relationships/image" Target="../media/image4.png"/><Relationship Id="rId4" Type="http://schemas.openxmlformats.org/officeDocument/2006/relationships/tags" Target="../tags/tag332.xml"/><Relationship Id="rId3" Type="http://schemas.openxmlformats.org/officeDocument/2006/relationships/tags" Target="../tags/tag331.xml"/><Relationship Id="rId2" Type="http://schemas.openxmlformats.org/officeDocument/2006/relationships/tags" Target="../tags/tag330.xml"/><Relationship Id="rId14" Type="http://schemas.openxmlformats.org/officeDocument/2006/relationships/notesSlide" Target="../notesSlides/notesSlide15.xml"/><Relationship Id="rId13" Type="http://schemas.openxmlformats.org/officeDocument/2006/relationships/slideLayout" Target="../slideLayouts/slideLayout8.xml"/><Relationship Id="rId12" Type="http://schemas.openxmlformats.org/officeDocument/2006/relationships/tags" Target="../tags/tag338.xml"/><Relationship Id="rId11" Type="http://schemas.openxmlformats.org/officeDocument/2006/relationships/tags" Target="../tags/tag337.xml"/><Relationship Id="rId10" Type="http://schemas.openxmlformats.org/officeDocument/2006/relationships/tags" Target="../tags/tag336.xml"/><Relationship Id="rId1" Type="http://schemas.openxmlformats.org/officeDocument/2006/relationships/tags" Target="../tags/tag329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346.xml"/><Relationship Id="rId8" Type="http://schemas.openxmlformats.org/officeDocument/2006/relationships/tags" Target="../tags/tag345.xml"/><Relationship Id="rId7" Type="http://schemas.openxmlformats.org/officeDocument/2006/relationships/tags" Target="../tags/tag344.xml"/><Relationship Id="rId6" Type="http://schemas.openxmlformats.org/officeDocument/2006/relationships/tags" Target="../tags/tag343.xml"/><Relationship Id="rId5" Type="http://schemas.openxmlformats.org/officeDocument/2006/relationships/image" Target="../media/image6.png"/><Relationship Id="rId4" Type="http://schemas.openxmlformats.org/officeDocument/2006/relationships/tags" Target="../tags/tag342.xml"/><Relationship Id="rId3" Type="http://schemas.openxmlformats.org/officeDocument/2006/relationships/tags" Target="../tags/tag341.xml"/><Relationship Id="rId2" Type="http://schemas.openxmlformats.org/officeDocument/2006/relationships/tags" Target="../tags/tag340.xml"/><Relationship Id="rId14" Type="http://schemas.openxmlformats.org/officeDocument/2006/relationships/notesSlide" Target="../notesSlides/notesSlide16.xml"/><Relationship Id="rId13" Type="http://schemas.openxmlformats.org/officeDocument/2006/relationships/slideLayout" Target="../slideLayouts/slideLayout8.xml"/><Relationship Id="rId12" Type="http://schemas.openxmlformats.org/officeDocument/2006/relationships/tags" Target="../tags/tag349.xml"/><Relationship Id="rId11" Type="http://schemas.openxmlformats.org/officeDocument/2006/relationships/tags" Target="../tags/tag348.xml"/><Relationship Id="rId10" Type="http://schemas.openxmlformats.org/officeDocument/2006/relationships/tags" Target="../tags/tag347.xml"/><Relationship Id="rId1" Type="http://schemas.openxmlformats.org/officeDocument/2006/relationships/tags" Target="../tags/tag339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8.png"/><Relationship Id="rId8" Type="http://schemas.openxmlformats.org/officeDocument/2006/relationships/tags" Target="../tags/tag356.xml"/><Relationship Id="rId7" Type="http://schemas.openxmlformats.org/officeDocument/2006/relationships/image" Target="../media/image7.png"/><Relationship Id="rId6" Type="http://schemas.openxmlformats.org/officeDocument/2006/relationships/tags" Target="../tags/tag355.xml"/><Relationship Id="rId5" Type="http://schemas.openxmlformats.org/officeDocument/2006/relationships/tags" Target="../tags/tag354.xml"/><Relationship Id="rId4" Type="http://schemas.openxmlformats.org/officeDocument/2006/relationships/tags" Target="../tags/tag353.xml"/><Relationship Id="rId3" Type="http://schemas.openxmlformats.org/officeDocument/2006/relationships/tags" Target="../tags/tag352.xml"/><Relationship Id="rId2" Type="http://schemas.openxmlformats.org/officeDocument/2006/relationships/tags" Target="../tags/tag351.xml"/><Relationship Id="rId18" Type="http://schemas.openxmlformats.org/officeDocument/2006/relationships/notesSlide" Target="../notesSlides/notesSlide17.xml"/><Relationship Id="rId17" Type="http://schemas.openxmlformats.org/officeDocument/2006/relationships/slideLayout" Target="../slideLayouts/slideLayout8.xml"/><Relationship Id="rId16" Type="http://schemas.openxmlformats.org/officeDocument/2006/relationships/tags" Target="../tags/tag363.xml"/><Relationship Id="rId15" Type="http://schemas.openxmlformats.org/officeDocument/2006/relationships/tags" Target="../tags/tag362.xml"/><Relationship Id="rId14" Type="http://schemas.openxmlformats.org/officeDocument/2006/relationships/tags" Target="../tags/tag361.xml"/><Relationship Id="rId13" Type="http://schemas.openxmlformats.org/officeDocument/2006/relationships/tags" Target="../tags/tag360.xml"/><Relationship Id="rId12" Type="http://schemas.openxmlformats.org/officeDocument/2006/relationships/tags" Target="../tags/tag359.xml"/><Relationship Id="rId11" Type="http://schemas.openxmlformats.org/officeDocument/2006/relationships/tags" Target="../tags/tag358.xml"/><Relationship Id="rId10" Type="http://schemas.openxmlformats.org/officeDocument/2006/relationships/tags" Target="../tags/tag357.xml"/><Relationship Id="rId1" Type="http://schemas.openxmlformats.org/officeDocument/2006/relationships/tags" Target="../tags/tag350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371.xml"/><Relationship Id="rId8" Type="http://schemas.openxmlformats.org/officeDocument/2006/relationships/tags" Target="../tags/tag370.xml"/><Relationship Id="rId7" Type="http://schemas.openxmlformats.org/officeDocument/2006/relationships/tags" Target="../tags/tag369.xml"/><Relationship Id="rId6" Type="http://schemas.openxmlformats.org/officeDocument/2006/relationships/image" Target="../media/image9.png"/><Relationship Id="rId5" Type="http://schemas.openxmlformats.org/officeDocument/2006/relationships/tags" Target="../tags/tag368.xml"/><Relationship Id="rId4" Type="http://schemas.openxmlformats.org/officeDocument/2006/relationships/tags" Target="../tags/tag367.xml"/><Relationship Id="rId3" Type="http://schemas.openxmlformats.org/officeDocument/2006/relationships/tags" Target="../tags/tag366.xml"/><Relationship Id="rId2" Type="http://schemas.openxmlformats.org/officeDocument/2006/relationships/tags" Target="../tags/tag365.xml"/><Relationship Id="rId16" Type="http://schemas.openxmlformats.org/officeDocument/2006/relationships/notesSlide" Target="../notesSlides/notesSlide18.xml"/><Relationship Id="rId15" Type="http://schemas.openxmlformats.org/officeDocument/2006/relationships/slideLayout" Target="../slideLayouts/slideLayout8.xml"/><Relationship Id="rId14" Type="http://schemas.openxmlformats.org/officeDocument/2006/relationships/tags" Target="../tags/tag376.xml"/><Relationship Id="rId13" Type="http://schemas.openxmlformats.org/officeDocument/2006/relationships/tags" Target="../tags/tag375.xml"/><Relationship Id="rId12" Type="http://schemas.openxmlformats.org/officeDocument/2006/relationships/tags" Target="../tags/tag374.xml"/><Relationship Id="rId11" Type="http://schemas.openxmlformats.org/officeDocument/2006/relationships/tags" Target="../tags/tag373.xml"/><Relationship Id="rId10" Type="http://schemas.openxmlformats.org/officeDocument/2006/relationships/tags" Target="../tags/tag372.xml"/><Relationship Id="rId1" Type="http://schemas.openxmlformats.org/officeDocument/2006/relationships/tags" Target="../tags/tag364.xml"/></Relationships>
</file>

<file path=ppt/slides/_rels/slide1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9.xml"/><Relationship Id="rId6" Type="http://schemas.openxmlformats.org/officeDocument/2006/relationships/slideLayout" Target="../slideLayouts/slideLayout8.xml"/><Relationship Id="rId5" Type="http://schemas.openxmlformats.org/officeDocument/2006/relationships/tags" Target="../tags/tag380.xml"/><Relationship Id="rId4" Type="http://schemas.openxmlformats.org/officeDocument/2006/relationships/image" Target="../media/image10.png"/><Relationship Id="rId3" Type="http://schemas.openxmlformats.org/officeDocument/2006/relationships/tags" Target="../tags/tag379.xml"/><Relationship Id="rId2" Type="http://schemas.openxmlformats.org/officeDocument/2006/relationships/tags" Target="../tags/tag378.xml"/><Relationship Id="rId1" Type="http://schemas.openxmlformats.org/officeDocument/2006/relationships/tags" Target="../tags/tag377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0.xml"/><Relationship Id="rId7" Type="http://schemas.openxmlformats.org/officeDocument/2006/relationships/slideLayout" Target="../slideLayouts/slideLayout8.xml"/><Relationship Id="rId6" Type="http://schemas.openxmlformats.org/officeDocument/2006/relationships/tags" Target="../tags/tag385.xml"/><Relationship Id="rId5" Type="http://schemas.openxmlformats.org/officeDocument/2006/relationships/image" Target="../media/image11.png"/><Relationship Id="rId4" Type="http://schemas.openxmlformats.org/officeDocument/2006/relationships/tags" Target="../tags/tag384.xml"/><Relationship Id="rId3" Type="http://schemas.openxmlformats.org/officeDocument/2006/relationships/tags" Target="../tags/tag383.xml"/><Relationship Id="rId2" Type="http://schemas.openxmlformats.org/officeDocument/2006/relationships/tags" Target="../tags/tag382.xml"/><Relationship Id="rId1" Type="http://schemas.openxmlformats.org/officeDocument/2006/relationships/tags" Target="../tags/tag381.xml"/></Relationships>
</file>

<file path=ppt/slides/_rels/slide2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1.xml"/><Relationship Id="rId5" Type="http://schemas.openxmlformats.org/officeDocument/2006/relationships/slideLayout" Target="../slideLayouts/slideLayout8.xml"/><Relationship Id="rId4" Type="http://schemas.openxmlformats.org/officeDocument/2006/relationships/tags" Target="../tags/tag389.xml"/><Relationship Id="rId3" Type="http://schemas.openxmlformats.org/officeDocument/2006/relationships/tags" Target="../tags/tag388.xml"/><Relationship Id="rId2" Type="http://schemas.openxmlformats.org/officeDocument/2006/relationships/tags" Target="../tags/tag387.xml"/><Relationship Id="rId1" Type="http://schemas.openxmlformats.org/officeDocument/2006/relationships/tags" Target="../tags/tag386.xml"/></Relationships>
</file>

<file path=ppt/slides/_rels/slide2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2.xml"/><Relationship Id="rId6" Type="http://schemas.openxmlformats.org/officeDocument/2006/relationships/slideLayout" Target="../slideLayouts/slideLayout8.xml"/><Relationship Id="rId5" Type="http://schemas.openxmlformats.org/officeDocument/2006/relationships/tags" Target="../tags/tag394.xml"/><Relationship Id="rId4" Type="http://schemas.openxmlformats.org/officeDocument/2006/relationships/tags" Target="../tags/tag393.xml"/><Relationship Id="rId3" Type="http://schemas.openxmlformats.org/officeDocument/2006/relationships/tags" Target="../tags/tag392.xml"/><Relationship Id="rId2" Type="http://schemas.openxmlformats.org/officeDocument/2006/relationships/tags" Target="../tags/tag391.xml"/><Relationship Id="rId1" Type="http://schemas.openxmlformats.org/officeDocument/2006/relationships/tags" Target="../tags/tag39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3570605" y="2132330"/>
            <a:ext cx="5208905" cy="1118235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>
            <a:lvl1pPr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6600" b="1" u="none" strike="noStrike" kern="1200" cap="none" spc="6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  <a:cs typeface="+mj-cs"/>
              </a:defRPr>
            </a:lvl1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sz="6000">
                <a:ln>
                  <a:solidFill>
                    <a:sysClr val="windowText" lastClr="000000"/>
                  </a:solidFill>
                </a:ln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SkillOpt</a:t>
            </a:r>
            <a:endParaRPr sz="6000">
              <a:ln>
                <a:solidFill>
                  <a:sysClr val="windowText" lastClr="000000"/>
                </a:solidFill>
              </a:ln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7" name="文本占位符 1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494665" y="5892165"/>
            <a:ext cx="1684655" cy="4699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 lnSpcReduction="20000"/>
          </a:bodyPr>
          <a:lstStyle>
            <a:lvl1pPr mar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8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SzPct val="100000"/>
              <a:buNone/>
            </a:pPr>
            <a:r>
              <a:rPr sz="1200">
                <a:solidFill>
                  <a:schemeClr val="dk1">
                    <a:lumMod val="85000"/>
                    <a:lumOff val="15000"/>
                  </a:schemeClr>
                </a:solidFill>
              </a:rPr>
              <a:t>PaperReading</a:t>
            </a:r>
            <a:endParaRPr sz="1200">
              <a:solidFill>
                <a:schemeClr val="dk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8" name="文本占位符 1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2301875" y="3284855"/>
            <a:ext cx="7747000" cy="367665"/>
          </a:xfrm>
          <a:prstGeom prst="rect">
            <a:avLst/>
          </a:prstGeom>
        </p:spPr>
        <p:txBody>
          <a:bodyPr vert="horz" lIns="90000" tIns="46800" rIns="90000" bIns="46800" rtlCol="0" anchor="ctr" anchorCtr="0"/>
          <a:lstStyle>
            <a:lvl1pPr mar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8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-285750" algn="l" fontAlgn="ctr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Wingdings" panose="05000000000000000000" charset="0"/>
              <a:buNone/>
            </a:pPr>
            <a:r>
              <a:rPr sz="1400" u="sng">
                <a:solidFill>
                  <a:schemeClr val="dk1">
                    <a:lumMod val="85000"/>
                    <a:lumOff val="15000"/>
                  </a:schemeClr>
                </a:solidFill>
                <a:latin typeface="JetBrains Mono NL Medium" panose="02000009000000000000" charset="0"/>
                <a:cs typeface="JetBrains Mono NL Medium" panose="02000009000000000000" charset="0"/>
              </a:rPr>
              <a:t>SkillOpt</a:t>
            </a:r>
            <a:r>
              <a:rPr sz="1400">
                <a:solidFill>
                  <a:schemeClr val="dk1">
                    <a:lumMod val="85000"/>
                    <a:lumOff val="15000"/>
                  </a:schemeClr>
                </a:solidFill>
                <a:latin typeface="JetBrains Mono NL Medium" panose="02000009000000000000" charset="0"/>
                <a:cs typeface="JetBrains Mono NL Medium" panose="02000009000000000000" charset="0"/>
              </a:rPr>
              <a:t>: Executive Strategy for Self-Evolving Agent Skills</a:t>
            </a:r>
            <a:endParaRPr sz="1400">
              <a:solidFill>
                <a:schemeClr val="dk1">
                  <a:lumMod val="85000"/>
                  <a:lumOff val="15000"/>
                </a:schemeClr>
              </a:solidFill>
              <a:latin typeface="JetBrains Mono NL Medium" panose="02000009000000000000" charset="0"/>
              <a:cs typeface="JetBrains Mono NL Medium" panose="02000009000000000000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816475" y="4364990"/>
            <a:ext cx="27311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/>
              <a:t>微软，上交，同济，复旦</a:t>
            </a:r>
            <a:endParaRPr lang="zh-CN" altLang="en-US"/>
          </a:p>
        </p:txBody>
      </p:sp>
      <p:grpSp>
        <p:nvGrpSpPr>
          <p:cNvPr id="48" name="组合 47"/>
          <p:cNvGrpSpPr/>
          <p:nvPr userDrawn="1">
            <p:custDataLst>
              <p:tags r:id="rId4"/>
            </p:custDataLst>
          </p:nvPr>
        </p:nvGrpSpPr>
        <p:grpSpPr>
          <a:xfrm>
            <a:off x="2877820" y="5269865"/>
            <a:ext cx="9314180" cy="1588135"/>
            <a:chOff x="4001597" y="5613400"/>
            <a:chExt cx="8190403" cy="1244600"/>
          </a:xfrm>
        </p:grpSpPr>
        <p:sp>
          <p:nvSpPr>
            <p:cNvPr id="49" name="任意多边形: 形状 8"/>
            <p:cNvSpPr/>
            <p:nvPr>
              <p:custDataLst>
                <p:tags r:id="rId5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0" name="等腰三角形 49"/>
            <p:cNvSpPr/>
            <p:nvPr>
              <p:custDataLst>
                <p:tags r:id="rId6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4" name="图片 3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5232400" y="4897755"/>
            <a:ext cx="1857375" cy="409575"/>
          </a:xfrm>
          <a:prstGeom prst="rect">
            <a:avLst/>
          </a:prstGeom>
        </p:spPr>
      </p:pic>
    </p:spTree>
    <p:custDataLst>
      <p:tags r:id="rId9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983615" y="1797050"/>
            <a:ext cx="9834880" cy="766445"/>
          </a:xfrm>
          <a:prstGeom prst="rect">
            <a:avLst/>
          </a:prstGeom>
          <a:solidFill>
            <a:srgbClr val="FFFFFF"/>
          </a:solidFill>
          <a:ln w="9525">
            <a:solidFill>
              <a:schemeClr val="accent2"/>
            </a:solidFill>
            <a:prstDash val="solid"/>
          </a:ln>
        </p:spPr>
      </p:sp>
      <p:grpSp>
        <p:nvGrpSpPr>
          <p:cNvPr id="48" name="组合 47"/>
          <p:cNvGrpSpPr/>
          <p:nvPr userDrawn="1">
            <p:custDataLst>
              <p:tags r:id="rId2"/>
            </p:custDataLst>
          </p:nvPr>
        </p:nvGrpSpPr>
        <p:grpSpPr>
          <a:xfrm>
            <a:off x="4001597" y="6045200"/>
            <a:ext cx="8190403" cy="812800"/>
            <a:chOff x="4001597" y="5613400"/>
            <a:chExt cx="8190403" cy="1244600"/>
          </a:xfrm>
        </p:grpSpPr>
        <p:sp>
          <p:nvSpPr>
            <p:cNvPr id="49" name="任意多边形: 形状 8"/>
            <p:cNvSpPr/>
            <p:nvPr>
              <p:custDataLst>
                <p:tags r:id="rId3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0" name="等腰三角形 49"/>
            <p:cNvSpPr/>
            <p:nvPr>
              <p:custDataLst>
                <p:tags r:id="rId4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3" name="矩形 2"/>
          <p:cNvSpPr>
            <a:spLocks noGrp="1"/>
          </p:cNvSpPr>
          <p:nvPr/>
        </p:nvSpPr>
        <p:spPr>
          <a:xfrm>
            <a:off x="685800" y="123825"/>
            <a:ext cx="447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0000"/>
              </a:lnSpc>
              <a:buNone/>
              <a:defRPr sz="1050" b="1">
                <a:solidFill>
                  <a:srgbClr val="DDEB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00 · Roadmap</a:t>
            </a:r>
            <a:endParaRPr sz="105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8134350" y="123825"/>
            <a:ext cx="238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lnSpc>
                <a:spcPct val="110000"/>
              </a:lnSpc>
              <a:buNone/>
              <a:defRPr sz="975" b="0">
                <a:solidFill>
                  <a:srgbClr val="DDEB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SkillOpt · Paper Reading</a:t>
            </a:r>
            <a:endParaRPr sz="975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85800" y="685800"/>
            <a:ext cx="10287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0000"/>
              </a:lnSpc>
              <a:buNone/>
              <a:defRPr sz="2625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62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汇报总览：从 Skill 对象到优化闭环</a:t>
            </a:r>
            <a:endParaRPr sz="2625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177925" y="1963420"/>
            <a:ext cx="126619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0000"/>
              </a:lnSpc>
              <a:buNone/>
              <a:defRPr sz="1875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一条主线</a:t>
            </a:r>
            <a:endParaRPr sz="20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2691765" y="1982470"/>
            <a:ext cx="786701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0000"/>
              </a:lnSpc>
              <a:buNone/>
              <a:defRPr sz="1725" b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0" u="sng">
                <a:solidFill>
                  <a:srgbClr val="000000"/>
                </a:solidFill>
                <a:uFill>
                  <a:solidFill>
                    <a:schemeClr val="accent1"/>
                  </a:solidFill>
                </a:uFill>
                <a:ea typeface="微软雅黑" panose="020B0503020204020204" charset="-122"/>
                <a:cs typeface="微软雅黑" panose="020B0503020204020204" charset="-122"/>
              </a:rPr>
              <a:t>Skill 文档如何从“人工写的提示”变成“可验证优化的外部策略参数”</a:t>
            </a:r>
            <a:endParaRPr sz="2000" b="0" u="sng">
              <a:solidFill>
                <a:srgbClr val="000000"/>
              </a:solidFill>
              <a:uFill>
                <a:solidFill>
                  <a:schemeClr val="accent1"/>
                </a:solidFill>
              </a:u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107440" y="3651250"/>
            <a:ext cx="1466850" cy="19050"/>
          </a:xfrm>
          <a:prstGeom prst="rect">
            <a:avLst/>
          </a:prstGeom>
          <a:solidFill>
            <a:srgbClr val="123A66"/>
          </a:solidFill>
          <a:ln w="0">
            <a:solidFill>
              <a:srgbClr val="123A66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089660" y="3092450"/>
            <a:ext cx="417830" cy="44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10000"/>
              </a:lnSpc>
              <a:buNone/>
              <a:defRPr sz="2250" b="1">
                <a:solidFill>
                  <a:srgbClr val="1E5A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28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564640" y="3155950"/>
            <a:ext cx="95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0000"/>
              </a:lnSpc>
              <a:buNone/>
              <a:defRPr sz="165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对象</a:t>
            </a:r>
            <a:endParaRPr sz="20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107440" y="3860800"/>
            <a:ext cx="17557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275" b="0">
                <a:solidFill>
                  <a:srgbClr val="505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Skill 与 Prompt 的差别</a:t>
            </a:r>
            <a:endParaRPr sz="140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2612390" y="3346450"/>
            <a:ext cx="457200" cy="19050"/>
          </a:xfrm>
          <a:prstGeom prst="rect">
            <a:avLst/>
          </a:prstGeom>
          <a:solidFill>
            <a:schemeClr val="accent2"/>
          </a:solidFill>
          <a:ln w="0">
            <a:solidFill>
              <a:schemeClr val="accent2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2993390" y="3308350"/>
            <a:ext cx="76200" cy="95250"/>
          </a:xfrm>
          <a:prstGeom prst="rect">
            <a:avLst/>
          </a:prstGeom>
          <a:solidFill>
            <a:schemeClr val="accent2"/>
          </a:solidFill>
          <a:ln w="0">
            <a:solidFill>
              <a:schemeClr val="accent2">
                <a:lumMod val="60000"/>
                <a:lumOff val="40000"/>
              </a:schemeClr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3164840" y="3651250"/>
            <a:ext cx="1466850" cy="19050"/>
          </a:xfrm>
          <a:prstGeom prst="rect">
            <a:avLst/>
          </a:prstGeom>
          <a:solidFill>
            <a:srgbClr val="123A66"/>
          </a:solidFill>
          <a:ln w="0">
            <a:solidFill>
              <a:srgbClr val="123A66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3130550" y="3092450"/>
            <a:ext cx="434340" cy="44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10000"/>
              </a:lnSpc>
              <a:buNone/>
              <a:defRPr sz="2250" b="1">
                <a:solidFill>
                  <a:srgbClr val="1E5A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28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3622040" y="3155950"/>
            <a:ext cx="95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0000"/>
              </a:lnSpc>
              <a:buNone/>
              <a:defRPr sz="165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算法</a:t>
            </a:r>
            <a:endParaRPr sz="20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3164840" y="3860800"/>
            <a:ext cx="1619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275" b="0">
                <a:solidFill>
                  <a:srgbClr val="505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Rollout → Reflect → Patch → Gate</a:t>
            </a:r>
            <a:endParaRPr sz="140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4669790" y="3346450"/>
            <a:ext cx="457200" cy="19050"/>
          </a:xfrm>
          <a:prstGeom prst="rect">
            <a:avLst/>
          </a:prstGeom>
          <a:solidFill>
            <a:schemeClr val="accent2"/>
          </a:solidFill>
          <a:ln w="0">
            <a:solidFill>
              <a:schemeClr val="accent2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5050790" y="3308350"/>
            <a:ext cx="76200" cy="95250"/>
          </a:xfrm>
          <a:prstGeom prst="rect">
            <a:avLst/>
          </a:prstGeom>
          <a:solidFill>
            <a:schemeClr val="accent2"/>
          </a:solidFill>
          <a:ln w="0">
            <a:solidFill>
              <a:schemeClr val="accent2">
                <a:lumMod val="60000"/>
                <a:lumOff val="40000"/>
              </a:schemeClr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5222240" y="3651250"/>
            <a:ext cx="1466850" cy="19050"/>
          </a:xfrm>
          <a:prstGeom prst="rect">
            <a:avLst/>
          </a:prstGeom>
          <a:solidFill>
            <a:srgbClr val="123A66"/>
          </a:solidFill>
          <a:ln w="0">
            <a:solidFill>
              <a:srgbClr val="123A66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5186680" y="3092450"/>
            <a:ext cx="435610" cy="44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10000"/>
              </a:lnSpc>
              <a:buNone/>
              <a:defRPr sz="2250" b="1">
                <a:solidFill>
                  <a:srgbClr val="1E5A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28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5679440" y="3155950"/>
            <a:ext cx="95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0000"/>
              </a:lnSpc>
              <a:buNone/>
              <a:defRPr sz="165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代码</a:t>
            </a:r>
            <a:endParaRPr sz="20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5222240" y="3860800"/>
            <a:ext cx="1619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275" b="0">
                <a:solidFill>
                  <a:srgbClr val="505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协议、补丁、验证门、Adapter</a:t>
            </a:r>
            <a:endParaRPr sz="140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6727190" y="3346450"/>
            <a:ext cx="457200" cy="19050"/>
          </a:xfrm>
          <a:prstGeom prst="rect">
            <a:avLst/>
          </a:prstGeom>
          <a:solidFill>
            <a:schemeClr val="accent2"/>
          </a:solidFill>
          <a:ln w="0">
            <a:solidFill>
              <a:schemeClr val="accent2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7108190" y="3308350"/>
            <a:ext cx="76200" cy="95250"/>
          </a:xfrm>
          <a:prstGeom prst="rect">
            <a:avLst/>
          </a:prstGeom>
          <a:solidFill>
            <a:schemeClr val="accent2"/>
          </a:solidFill>
          <a:ln w="0">
            <a:solidFill>
              <a:schemeClr val="accent2">
                <a:lumMod val="60000"/>
                <a:lumOff val="40000"/>
              </a:schemeClr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7279640" y="3651250"/>
            <a:ext cx="1466850" cy="19050"/>
          </a:xfrm>
          <a:prstGeom prst="rect">
            <a:avLst/>
          </a:prstGeom>
          <a:solidFill>
            <a:srgbClr val="123A66"/>
          </a:solidFill>
          <a:ln w="0">
            <a:solidFill>
              <a:srgbClr val="123A66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7225030" y="3092450"/>
            <a:ext cx="454660" cy="44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10000"/>
              </a:lnSpc>
              <a:buNone/>
              <a:defRPr sz="2250" b="1">
                <a:solidFill>
                  <a:srgbClr val="1E5A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28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7736840" y="3155950"/>
            <a:ext cx="95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0000"/>
              </a:lnSpc>
              <a:buNone/>
              <a:defRPr sz="165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</a:t>
            </a:r>
            <a:endParaRPr sz="20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7279640" y="3860800"/>
            <a:ext cx="1619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275" b="0">
                <a:solidFill>
                  <a:srgbClr val="505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主结果、消融、学到的规则</a:t>
            </a:r>
            <a:endParaRPr sz="140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8784590" y="3346450"/>
            <a:ext cx="457200" cy="19050"/>
          </a:xfrm>
          <a:prstGeom prst="rect">
            <a:avLst/>
          </a:prstGeom>
          <a:solidFill>
            <a:schemeClr val="accent2"/>
          </a:solidFill>
          <a:ln w="0">
            <a:solidFill>
              <a:schemeClr val="accent2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9165590" y="3308350"/>
            <a:ext cx="76200" cy="95250"/>
          </a:xfrm>
          <a:prstGeom prst="rect">
            <a:avLst/>
          </a:prstGeom>
          <a:solidFill>
            <a:schemeClr val="accent2"/>
          </a:solidFill>
          <a:ln w="0">
            <a:solidFill>
              <a:schemeClr val="accent2">
                <a:lumMod val="60000"/>
                <a:lumOff val="40000"/>
              </a:schemeClr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9337040" y="3651250"/>
            <a:ext cx="1466850" cy="19050"/>
          </a:xfrm>
          <a:prstGeom prst="rect">
            <a:avLst/>
          </a:prstGeom>
          <a:solidFill>
            <a:srgbClr val="123A66"/>
          </a:solidFill>
          <a:ln w="0">
            <a:solidFill>
              <a:srgbClr val="123A66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9241790" y="3092450"/>
            <a:ext cx="495300" cy="44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10000"/>
              </a:lnSpc>
              <a:buNone/>
              <a:defRPr sz="2250" b="1">
                <a:solidFill>
                  <a:srgbClr val="1E5A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28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9794240" y="3155950"/>
            <a:ext cx="95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0000"/>
              </a:lnSpc>
              <a:buNone/>
              <a:defRPr sz="165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20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总结</a:t>
            </a:r>
            <a:endParaRPr lang="zh-CN" sz="20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9336405" y="3860800"/>
            <a:ext cx="169164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275" b="0">
                <a:solidFill>
                  <a:srgbClr val="505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叙述手法、讨论</a:t>
            </a:r>
            <a:endParaRPr sz="140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1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" name="Shape 4"/>
          <p:cNvSpPr/>
          <p:nvPr>
            <p:custDataLst>
              <p:tags r:id="rId1"/>
            </p:custDataLst>
          </p:nvPr>
        </p:nvSpPr>
        <p:spPr>
          <a:xfrm>
            <a:off x="6240145" y="1637665"/>
            <a:ext cx="2651760" cy="1551305"/>
          </a:xfrm>
          <a:prstGeom prst="rect">
            <a:avLst/>
          </a:prstGeom>
          <a:solidFill>
            <a:schemeClr val="bg1">
              <a:lumMod val="95000"/>
              <a:alpha val="90000"/>
            </a:schemeClr>
          </a:solidFill>
        </p:spPr>
        <p:txBody>
          <a:bodyPr/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Shape 4"/>
          <p:cNvSpPr/>
          <p:nvPr>
            <p:custDataLst>
              <p:tags r:id="rId2"/>
            </p:custDataLst>
          </p:nvPr>
        </p:nvSpPr>
        <p:spPr>
          <a:xfrm>
            <a:off x="1991360" y="1621790"/>
            <a:ext cx="2651760" cy="1558290"/>
          </a:xfrm>
          <a:prstGeom prst="rect">
            <a:avLst/>
          </a:prstGeom>
          <a:solidFill>
            <a:schemeClr val="bg1">
              <a:lumMod val="95000"/>
              <a:alpha val="90000"/>
            </a:schemeClr>
          </a:solidFill>
        </p:spPr>
        <p:txBody>
          <a:bodyPr/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42" name="组合 41"/>
          <p:cNvGrpSpPr/>
          <p:nvPr userDrawn="1">
            <p:custDataLst>
              <p:tags r:id="rId3"/>
            </p:custDataLst>
          </p:nvPr>
        </p:nvGrpSpPr>
        <p:grpSpPr>
          <a:xfrm>
            <a:off x="4001597" y="6045200"/>
            <a:ext cx="8190403" cy="812800"/>
            <a:chOff x="4001597" y="5613400"/>
            <a:chExt cx="8190403" cy="1244600"/>
          </a:xfrm>
        </p:grpSpPr>
        <p:sp>
          <p:nvSpPr>
            <p:cNvPr id="43" name="任意多边形: 形状 8"/>
            <p:cNvSpPr/>
            <p:nvPr>
              <p:custDataLst>
                <p:tags r:id="rId4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4" name="等腰三角形 43"/>
            <p:cNvSpPr/>
            <p:nvPr>
              <p:custDataLst>
                <p:tags r:id="rId5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3" name="矩形 2"/>
          <p:cNvSpPr>
            <a:spLocks noGrp="1"/>
          </p:cNvSpPr>
          <p:nvPr/>
        </p:nvSpPr>
        <p:spPr>
          <a:xfrm>
            <a:off x="685800" y="123825"/>
            <a:ext cx="447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0000"/>
              </a:lnSpc>
              <a:buNone/>
              <a:defRPr sz="1050" b="1">
                <a:solidFill>
                  <a:srgbClr val="DDEB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r>
              <a:rPr lang="en-US" sz="10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sz="10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Object</a:t>
            </a:r>
            <a:endParaRPr sz="105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8134350" y="123825"/>
            <a:ext cx="238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lnSpc>
                <a:spcPct val="110000"/>
              </a:lnSpc>
              <a:buNone/>
              <a:defRPr sz="975" b="0">
                <a:solidFill>
                  <a:srgbClr val="DDEB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SkillOpt · Paper Reading</a:t>
            </a:r>
            <a:endParaRPr sz="975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85800" y="685800"/>
            <a:ext cx="10287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0000"/>
              </a:lnSpc>
              <a:buNone/>
              <a:defRPr sz="2625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62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Skill 是跨任务复用的执行策略，不是一次性 Prompt</a:t>
            </a:r>
            <a:endParaRPr sz="2625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2081530" y="2111375"/>
            <a:ext cx="1656080" cy="63373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当前输入的即时指令</a:t>
            </a:r>
            <a:endParaRPr sz="120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2081530" y="2590165"/>
            <a:ext cx="2544445" cy="43370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单次调用</a:t>
            </a:r>
            <a:endParaRPr sz="120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392545" y="1699895"/>
            <a:ext cx="705485" cy="20764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Skill</a:t>
            </a:r>
            <a:endParaRPr sz="18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311900" y="2112645"/>
            <a:ext cx="2372360" cy="3759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一类任务的执行策略；类似运行前读取的操作手册</a:t>
            </a:r>
            <a:endParaRPr sz="120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6311900" y="2600960"/>
            <a:ext cx="2372360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跨任务复用</a:t>
            </a:r>
            <a:endParaRPr sz="120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1892300" y="5179695"/>
            <a:ext cx="7604760" cy="800100"/>
          </a:xfrm>
          <a:prstGeom prst="rect">
            <a:avLst/>
          </a:prstGeom>
          <a:solidFill>
            <a:srgbClr val="FFFFFF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2063750" y="5293995"/>
            <a:ext cx="174688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0000"/>
              </a:lnSpc>
              <a:buNone/>
              <a:defRPr sz="1425" b="1">
                <a:solidFill>
                  <a:srgbClr val="1E5A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为什么值得单独优化</a:t>
            </a:r>
            <a:endParaRPr sz="1425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2063750" y="5589270"/>
            <a:ext cx="733044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315" b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1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Skill 会影响一类任务的后续执行，因此一次修改可能改变长期行为；这与临时 prompt 调参不同。</a:t>
            </a:r>
            <a:endParaRPr sz="1315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Shape 5"/>
          <p:cNvSpPr/>
          <p:nvPr>
            <p:custDataLst>
              <p:tags r:id="rId7"/>
            </p:custDataLst>
          </p:nvPr>
        </p:nvSpPr>
        <p:spPr>
          <a:xfrm>
            <a:off x="1991360" y="1456690"/>
            <a:ext cx="2651760" cy="172085"/>
          </a:xfrm>
          <a:prstGeom prst="rect">
            <a:avLst/>
          </a:prstGeom>
          <a:solidFill>
            <a:srgbClr val="9DBCDD"/>
          </a:solidFill>
        </p:spPr>
        <p:txBody>
          <a:bodyPr/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2081530" y="1693545"/>
            <a:ext cx="277114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p>
            <a:pPr algn="l">
              <a:lnSpc>
                <a:spcPct val="106000"/>
              </a:lnSpc>
              <a:buNone/>
              <a:defRPr sz="1200" b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Prompt</a:t>
            </a:r>
            <a:endParaRPr sz="18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Shape 5"/>
          <p:cNvSpPr/>
          <p:nvPr>
            <p:custDataLst>
              <p:tags r:id="rId9"/>
            </p:custDataLst>
          </p:nvPr>
        </p:nvSpPr>
        <p:spPr>
          <a:xfrm>
            <a:off x="6240145" y="1459865"/>
            <a:ext cx="2651760" cy="184785"/>
          </a:xfrm>
          <a:prstGeom prst="rect">
            <a:avLst/>
          </a:prstGeom>
          <a:solidFill>
            <a:srgbClr val="9DBCDD"/>
          </a:solidFill>
        </p:spPr>
        <p:txBody>
          <a:bodyPr/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991360" y="3472815"/>
            <a:ext cx="7326630" cy="1383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/>
              <a:t>现有 Skill 构造方式分为</a:t>
            </a:r>
            <a:r>
              <a:rPr lang="zh-CN" altLang="en-US" b="1"/>
              <a:t>三类：</a:t>
            </a:r>
            <a:endParaRPr lang="zh-CN" altLang="en-US" b="1"/>
          </a:p>
          <a:p>
            <a:endParaRPr lang="zh-CN" altLang="en-US" b="1"/>
          </a:p>
          <a:p>
            <a:r>
              <a:rPr lang="en-US" altLang="zh-CN" sz="1600"/>
              <a:t>1.</a:t>
            </a:r>
            <a:r>
              <a:rPr lang="zh-CN" altLang="en-US" sz="1600"/>
              <a:t>人工编写：可能很好，但成本高，也未必适配特定模型。</a:t>
            </a:r>
            <a:endParaRPr lang="zh-CN" altLang="en-US" sz="1600"/>
          </a:p>
          <a:p>
            <a:r>
              <a:rPr lang="en-US" altLang="zh-CN" sz="1600"/>
              <a:t>2.</a:t>
            </a:r>
            <a:r>
              <a:rPr lang="zh-CN" altLang="en-US" sz="1600"/>
              <a:t>强模型一次性生成：生成快，但没有观察目标模型的真实错误。</a:t>
            </a:r>
            <a:endParaRPr lang="zh-CN" altLang="en-US" sz="1600"/>
          </a:p>
          <a:p>
            <a:r>
              <a:rPr lang="en-US" altLang="zh-CN" sz="1600"/>
              <a:t>3.</a:t>
            </a:r>
            <a:r>
              <a:rPr lang="zh-CN" altLang="en-US" sz="1600"/>
              <a:t>根据反思不断重写：利用了反馈，但整篇自由重写容易删除已有的有效规则。</a:t>
            </a:r>
            <a:endParaRPr lang="zh-CN" altLang="en-US" sz="1600"/>
          </a:p>
        </p:txBody>
      </p:sp>
    </p:spTree>
    <p:custDataLst>
      <p:tags r:id="rId10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39" name="组合 38"/>
          <p:cNvGrpSpPr/>
          <p:nvPr userDrawn="1">
            <p:custDataLst>
              <p:tags r:id="rId1"/>
            </p:custDataLst>
          </p:nvPr>
        </p:nvGrpSpPr>
        <p:grpSpPr>
          <a:xfrm>
            <a:off x="4001597" y="6045200"/>
            <a:ext cx="8190403" cy="812800"/>
            <a:chOff x="4001597" y="5613400"/>
            <a:chExt cx="8190403" cy="1244600"/>
          </a:xfrm>
        </p:grpSpPr>
        <p:sp>
          <p:nvSpPr>
            <p:cNvPr id="41" name="任意多边形: 形状 8"/>
            <p:cNvSpPr/>
            <p:nvPr>
              <p:custDataLst>
                <p:tags r:id="rId2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2" name="等腰三角形 41"/>
            <p:cNvSpPr/>
            <p:nvPr>
              <p:custDataLst>
                <p:tags r:id="rId3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3" name="矩形 2"/>
          <p:cNvSpPr>
            <a:spLocks noGrp="1"/>
          </p:cNvSpPr>
          <p:nvPr/>
        </p:nvSpPr>
        <p:spPr>
          <a:xfrm>
            <a:off x="685800" y="123825"/>
            <a:ext cx="447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0000"/>
              </a:lnSpc>
              <a:buNone/>
              <a:defRPr sz="1050" b="1">
                <a:solidFill>
                  <a:srgbClr val="DDEB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r>
              <a:rPr lang="en-US" sz="10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sz="10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Figure 1</a:t>
            </a:r>
            <a:endParaRPr sz="105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8134350" y="123825"/>
            <a:ext cx="238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lnSpc>
                <a:spcPct val="110000"/>
              </a:lnSpc>
              <a:buNone/>
              <a:defRPr sz="975" b="0">
                <a:solidFill>
                  <a:srgbClr val="DDEB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SkillOpt · Paper Reading</a:t>
            </a:r>
            <a:endParaRPr sz="975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85800" y="685800"/>
            <a:ext cx="10287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0000"/>
              </a:lnSpc>
              <a:buNone/>
              <a:defRPr sz="2625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62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Figure 1：为什么可以把 Skill 当作优化对象</a:t>
            </a:r>
            <a:endParaRPr sz="2625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479425" y="1409065"/>
            <a:ext cx="7487920" cy="445770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11" name="文本框 10"/>
          <p:cNvSpPr txBox="1"/>
          <p:nvPr/>
        </p:nvSpPr>
        <p:spPr>
          <a:xfrm>
            <a:off x="8040370" y="3312795"/>
            <a:ext cx="3959860" cy="25539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1600" b="1">
                <a:solidFill>
                  <a:srgbClr val="958E8C"/>
                </a:solidFill>
              </a:rPr>
              <a:t>灰色</a:t>
            </a:r>
            <a:r>
              <a:rPr lang="zh-CN" altLang="en-US" sz="1600" b="1"/>
              <a:t>路径</a:t>
            </a:r>
            <a:r>
              <a:rPr lang="zh-CN" altLang="en-US" sz="1600"/>
              <a:t>代表不受约束的大幅重写，可能产生语义跳跃；</a:t>
            </a:r>
            <a:endParaRPr lang="zh-CN" altLang="en-US" sz="1600"/>
          </a:p>
          <a:p>
            <a:endParaRPr lang="zh-CN" altLang="en-US" sz="1600"/>
          </a:p>
          <a:p>
            <a:r>
              <a:rPr lang="zh-CN" altLang="en-US" sz="1600" b="1">
                <a:solidFill>
                  <a:srgbClr val="5072AF"/>
                </a:solidFill>
              </a:rPr>
              <a:t>蓝色</a:t>
            </a:r>
            <a:r>
              <a:rPr lang="zh-CN" altLang="en-US" sz="1600" b="1"/>
              <a:t>路径</a:t>
            </a:r>
            <a:r>
              <a:rPr lang="zh-CN" altLang="en-US" sz="1600"/>
              <a:t>代表少量、有边界的编辑；</a:t>
            </a:r>
            <a:endParaRPr lang="zh-CN" altLang="en-US" sz="1600"/>
          </a:p>
          <a:p>
            <a:endParaRPr lang="zh-CN" altLang="en-US" sz="1600"/>
          </a:p>
          <a:p>
            <a:r>
              <a:rPr lang="zh-CN" altLang="en-US" sz="1600"/>
              <a:t>每个候选版本都要通过独立选择集上的</a:t>
            </a:r>
            <a:r>
              <a:rPr lang="zh-CN" altLang="en-US" sz="1600" b="1">
                <a:solidFill>
                  <a:srgbClr val="575859"/>
                </a:solidFill>
              </a:rPr>
              <a:t>验证门</a:t>
            </a:r>
            <a:r>
              <a:rPr lang="zh-CN" altLang="en-US" sz="1600"/>
              <a:t>；</a:t>
            </a:r>
            <a:endParaRPr lang="zh-CN" altLang="en-US" sz="1600"/>
          </a:p>
          <a:p>
            <a:endParaRPr lang="zh-CN" altLang="en-US" sz="1600"/>
          </a:p>
          <a:p>
            <a:r>
              <a:rPr lang="zh-CN" altLang="en-US" sz="1600"/>
              <a:t>被拒绝的编辑会成为后续优化的负反馈。</a:t>
            </a:r>
            <a:endParaRPr lang="zh-CN" altLang="en-US" sz="1600"/>
          </a:p>
        </p:txBody>
      </p:sp>
      <p:pic>
        <p:nvPicPr>
          <p:cNvPr id="15" name="图片 14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544195" y="1530350"/>
            <a:ext cx="7342505" cy="423164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8040370" y="1398270"/>
            <a:ext cx="4090670" cy="15170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l">
              <a:buClrTx/>
              <a:buSzTx/>
              <a:buFontTx/>
            </a:pPr>
            <a:r>
              <a:rPr lang="zh-CN" altLang="en-US" sz="1600"/>
              <a:t>作者借用了深度学习的训练框架。</a:t>
            </a:r>
            <a:endParaRPr lang="zh-CN" altLang="en-US" sz="1600"/>
          </a:p>
          <a:p>
            <a:pPr algn="l">
              <a:buClrTx/>
              <a:buSzTx/>
              <a:buFontTx/>
            </a:pPr>
            <a:endParaRPr lang="zh-CN" altLang="en-US" sz="1600"/>
          </a:p>
          <a:p>
            <a:pPr algn="l">
              <a:buClrTx/>
              <a:buSzTx/>
              <a:buFontTx/>
            </a:pPr>
            <a:r>
              <a:rPr lang="zh-CN" altLang="en-US" sz="1600"/>
              <a:t>只是训练流程上的类比，不是数学上的梯度下降。</a:t>
            </a:r>
            <a:endParaRPr lang="zh-CN" altLang="en-US" sz="1600"/>
          </a:p>
          <a:p>
            <a:pPr algn="l">
              <a:buClrTx/>
              <a:buSzTx/>
              <a:buFontTx/>
            </a:pPr>
            <a:r>
              <a:rPr lang="zh-CN" altLang="en-US" sz="1600"/>
              <a:t>文本空间不可微，所谓“梯度”只是由 LLM 生成的修改方向。</a:t>
            </a:r>
            <a:endParaRPr lang="zh-CN" altLang="en-US" sz="1600"/>
          </a:p>
        </p:txBody>
      </p:sp>
      <p:cxnSp>
        <p:nvCxnSpPr>
          <p:cNvPr id="7" name="直接箭头连接符 6"/>
          <p:cNvCxnSpPr/>
          <p:nvPr/>
        </p:nvCxnSpPr>
        <p:spPr>
          <a:xfrm flipV="1">
            <a:off x="7679690" y="2276475"/>
            <a:ext cx="360680" cy="4064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8112125" y="1412240"/>
            <a:ext cx="3938905" cy="1584325"/>
          </a:xfrm>
          <a:prstGeom prst="rect">
            <a:avLst/>
          </a:prstGeom>
          <a:noFill/>
          <a:ln w="12700"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6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" name="矩形 19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765175" y="1957070"/>
            <a:ext cx="1882140" cy="447675"/>
          </a:xfrm>
          <a:prstGeom prst="rect">
            <a:avLst/>
          </a:prstGeom>
          <a:solidFill>
            <a:srgbClr val="FFFFFF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765175" y="2404745"/>
            <a:ext cx="1882140" cy="447675"/>
          </a:xfrm>
          <a:prstGeom prst="rect">
            <a:avLst/>
          </a:prstGeom>
          <a:solidFill>
            <a:srgbClr val="FFFFFF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790575" y="4201160"/>
            <a:ext cx="1882140" cy="447675"/>
          </a:xfrm>
          <a:prstGeom prst="rect">
            <a:avLst/>
          </a:prstGeom>
          <a:solidFill>
            <a:srgbClr val="FFFFFF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9753600" y="1957070"/>
            <a:ext cx="1428750" cy="447675"/>
          </a:xfrm>
          <a:prstGeom prst="rect">
            <a:avLst/>
          </a:prstGeom>
          <a:solidFill>
            <a:srgbClr val="FFFFFF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2" name="矩形 1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9753600" y="2404745"/>
            <a:ext cx="1428750" cy="447675"/>
          </a:xfrm>
          <a:prstGeom prst="rect">
            <a:avLst/>
          </a:prstGeom>
          <a:solidFill>
            <a:srgbClr val="FFFFFF"/>
          </a:solidFill>
          <a:ln w="9525">
            <a:solidFill>
              <a:schemeClr val="accent2"/>
            </a:solidFill>
            <a:prstDash val="solid"/>
          </a:ln>
        </p:spPr>
      </p:sp>
      <p:grpSp>
        <p:nvGrpSpPr>
          <p:cNvPr id="58" name="组合 57"/>
          <p:cNvGrpSpPr/>
          <p:nvPr userDrawn="1">
            <p:custDataLst>
              <p:tags r:id="rId6"/>
            </p:custDataLst>
          </p:nvPr>
        </p:nvGrpSpPr>
        <p:grpSpPr>
          <a:xfrm>
            <a:off x="4001597" y="6045200"/>
            <a:ext cx="8190403" cy="812800"/>
            <a:chOff x="4001597" y="5613400"/>
            <a:chExt cx="8190403" cy="1244600"/>
          </a:xfrm>
        </p:grpSpPr>
        <p:sp>
          <p:nvSpPr>
            <p:cNvPr id="59" name="任意多边形: 形状 8"/>
            <p:cNvSpPr/>
            <p:nvPr>
              <p:custDataLst>
                <p:tags r:id="rId7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0" name="等腰三角形 59"/>
            <p:cNvSpPr/>
            <p:nvPr>
              <p:custDataLst>
                <p:tags r:id="rId8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3" name="矩形 2"/>
          <p:cNvSpPr>
            <a:spLocks noGrp="1"/>
          </p:cNvSpPr>
          <p:nvPr/>
        </p:nvSpPr>
        <p:spPr>
          <a:xfrm>
            <a:off x="685800" y="123825"/>
            <a:ext cx="447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0000"/>
              </a:lnSpc>
              <a:buNone/>
              <a:defRPr sz="1050" b="1">
                <a:solidFill>
                  <a:srgbClr val="DDEB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r>
              <a:rPr lang="en-US" sz="10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sz="10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Setup</a:t>
            </a:r>
            <a:endParaRPr sz="105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8134350" y="123825"/>
            <a:ext cx="238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lnSpc>
                <a:spcPct val="110000"/>
              </a:lnSpc>
              <a:buNone/>
              <a:defRPr sz="975" b="0">
                <a:solidFill>
                  <a:srgbClr val="DDEB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SkillOpt · Paper Reading</a:t>
            </a:r>
            <a:endParaRPr sz="975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85800" y="685800"/>
            <a:ext cx="10287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0000"/>
              </a:lnSpc>
              <a:buNone/>
              <a:defRPr sz="2625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62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问题定义：两个模型，一个被优化对象，三份数据划分</a:t>
            </a:r>
            <a:endParaRPr sz="2625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839470" y="1595120"/>
            <a:ext cx="3352165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0000"/>
              </a:lnSpc>
              <a:buClrTx/>
              <a:buSzTx/>
              <a:buFontTx/>
              <a:buNone/>
            </a:pPr>
            <a:r>
              <a:rPr lang="en-US" sz="16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sz="16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两个模型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933450" y="2042795"/>
            <a:ext cx="907415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Target LLM</a:t>
            </a:r>
            <a:endParaRPr sz="12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2647950" y="1957070"/>
            <a:ext cx="3143250" cy="447675"/>
          </a:xfrm>
          <a:prstGeom prst="rect">
            <a:avLst/>
          </a:prstGeom>
          <a:solidFill>
            <a:srgbClr val="FFFFFF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2743200" y="2042795"/>
            <a:ext cx="29527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读取当前 Skill，实际完成任务</a:t>
            </a:r>
            <a:endParaRPr sz="120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933450" y="2490470"/>
            <a:ext cx="16192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Optimizer LLM</a:t>
            </a:r>
            <a:endParaRPr sz="12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2647950" y="2404745"/>
            <a:ext cx="3143250" cy="447675"/>
          </a:xfrm>
          <a:prstGeom prst="rect">
            <a:avLst/>
          </a:prstGeom>
          <a:solidFill>
            <a:srgbClr val="FFFFFF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2743200" y="2490470"/>
            <a:ext cx="29527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读取轨迹与反馈，提出文本补丁</a:t>
            </a:r>
            <a:endParaRPr sz="120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958850" y="4364990"/>
            <a:ext cx="16192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Skill documen</a:t>
            </a:r>
            <a:r>
              <a:rPr sz="12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</a:t>
            </a:r>
            <a:endParaRPr sz="12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2673350" y="4201160"/>
            <a:ext cx="3143250" cy="447675"/>
          </a:xfrm>
          <a:prstGeom prst="rect">
            <a:avLst/>
          </a:prstGeom>
          <a:solidFill>
            <a:srgbClr val="FFFFFF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2768600" y="4364990"/>
            <a:ext cx="29527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唯一持续更新的外部策略参数</a:t>
            </a:r>
            <a:endParaRPr sz="120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6515100" y="1595120"/>
            <a:ext cx="210058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6000"/>
              </a:lnSpc>
              <a:buNone/>
              <a:defRPr sz="1275" b="1">
                <a:solidFill>
                  <a:srgbClr val="123A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>
                <a:solidFill>
                  <a:srgbClr val="000000"/>
                </a:solidFill>
                <a:sym typeface="+mn-ea"/>
              </a:rPr>
              <a:t>三份数据划分</a:t>
            </a:r>
            <a:endParaRPr lang="zh-CN" altLang="en-US" sz="1600" b="1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0" name="矩形 29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6419850" y="1957070"/>
            <a:ext cx="1143000" cy="447675"/>
          </a:xfrm>
          <a:prstGeom prst="rect">
            <a:avLst/>
          </a:prstGeom>
          <a:solidFill>
            <a:srgbClr val="FFFFFF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6515100" y="2042795"/>
            <a:ext cx="9525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train</a:t>
            </a:r>
            <a:endParaRPr sz="12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7562850" y="1957070"/>
            <a:ext cx="2190750" cy="447675"/>
          </a:xfrm>
          <a:prstGeom prst="rect">
            <a:avLst/>
          </a:prstGeom>
          <a:solidFill>
            <a:srgbClr val="FFFFFF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7658100" y="2042795"/>
            <a:ext cx="20002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产生 rollout 与反思样本</a:t>
            </a:r>
            <a:endParaRPr sz="120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9848850" y="2042795"/>
            <a:ext cx="12382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6000"/>
              </a:lnSpc>
              <a:buNone/>
              <a:defRPr sz="1200" b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哪里需要改？</a:t>
            </a:r>
            <a:endParaRPr sz="120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矩形 35"/>
          <p:cNvSpPr>
            <a:spLocks noGrp="1"/>
          </p:cNvSpPr>
          <p:nvPr>
            <p:custDataLst>
              <p:tags r:id="rId14"/>
            </p:custDataLst>
          </p:nvPr>
        </p:nvSpPr>
        <p:spPr>
          <a:xfrm>
            <a:off x="6419850" y="2404745"/>
            <a:ext cx="1143000" cy="447675"/>
          </a:xfrm>
          <a:prstGeom prst="rect">
            <a:avLst/>
          </a:prstGeom>
          <a:solidFill>
            <a:srgbClr val="FFFFFF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6515100" y="2490470"/>
            <a:ext cx="9525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selection</a:t>
            </a:r>
            <a:endParaRPr sz="12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矩形 37"/>
          <p:cNvSpPr>
            <a:spLocks noGrp="1"/>
          </p:cNvSpPr>
          <p:nvPr>
            <p:custDataLst>
              <p:tags r:id="rId15"/>
            </p:custDataLst>
          </p:nvPr>
        </p:nvSpPr>
        <p:spPr>
          <a:xfrm>
            <a:off x="7562850" y="2404745"/>
            <a:ext cx="2190750" cy="447675"/>
          </a:xfrm>
          <a:prstGeom prst="rect">
            <a:avLst/>
          </a:prstGeom>
          <a:solidFill>
            <a:srgbClr val="FFFFFF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7658100" y="2490470"/>
            <a:ext cx="20002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比较 current 与 candidate</a:t>
            </a:r>
            <a:endParaRPr sz="120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9848850" y="2490470"/>
            <a:ext cx="12382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6000"/>
              </a:lnSpc>
              <a:buNone/>
              <a:defRPr sz="1200" b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修改能否接受？</a:t>
            </a:r>
            <a:endParaRPr sz="120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矩形 41"/>
          <p:cNvSpPr>
            <a:spLocks noGrp="1"/>
          </p:cNvSpPr>
          <p:nvPr>
            <p:custDataLst>
              <p:tags r:id="rId16"/>
            </p:custDataLst>
          </p:nvPr>
        </p:nvSpPr>
        <p:spPr>
          <a:xfrm>
            <a:off x="6419850" y="2852420"/>
            <a:ext cx="1143000" cy="447675"/>
          </a:xfrm>
          <a:prstGeom prst="rect">
            <a:avLst/>
          </a:prstGeom>
          <a:solidFill>
            <a:srgbClr val="FFFFFF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6515100" y="2938145"/>
            <a:ext cx="9525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test</a:t>
            </a:r>
            <a:endParaRPr sz="12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矩形 43"/>
          <p:cNvSpPr>
            <a:spLocks noGrp="1"/>
          </p:cNvSpPr>
          <p:nvPr>
            <p:custDataLst>
              <p:tags r:id="rId17"/>
            </p:custDataLst>
          </p:nvPr>
        </p:nvSpPr>
        <p:spPr>
          <a:xfrm>
            <a:off x="7562850" y="2852420"/>
            <a:ext cx="2190750" cy="447675"/>
          </a:xfrm>
          <a:prstGeom prst="rect">
            <a:avLst/>
          </a:prstGeom>
          <a:solidFill>
            <a:srgbClr val="FFFFFF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7658100" y="2938145"/>
            <a:ext cx="20002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最终报告泛化表现</a:t>
            </a:r>
            <a:endParaRPr sz="120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矩形 45"/>
          <p:cNvSpPr>
            <a:spLocks noGrp="1"/>
          </p:cNvSpPr>
          <p:nvPr>
            <p:custDataLst>
              <p:tags r:id="rId18"/>
            </p:custDataLst>
          </p:nvPr>
        </p:nvSpPr>
        <p:spPr>
          <a:xfrm>
            <a:off x="9753600" y="2852420"/>
            <a:ext cx="1428750" cy="447675"/>
          </a:xfrm>
          <a:prstGeom prst="rect">
            <a:avLst/>
          </a:prstGeom>
          <a:solidFill>
            <a:srgbClr val="FFFFFF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47" name="矩形 46"/>
          <p:cNvSpPr>
            <a:spLocks noGrp="1"/>
          </p:cNvSpPr>
          <p:nvPr/>
        </p:nvSpPr>
        <p:spPr>
          <a:xfrm>
            <a:off x="9848850" y="2938145"/>
            <a:ext cx="12382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6000"/>
              </a:lnSpc>
              <a:buNone/>
              <a:defRPr sz="1200" b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优化是否有效？</a:t>
            </a:r>
            <a:endParaRPr sz="120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6419850" y="3833495"/>
            <a:ext cx="5323840" cy="13220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buClrTx/>
              <a:buSzTx/>
              <a:buFontTx/>
            </a:pPr>
            <a:r>
              <a:rPr sz="16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为什么需要三个数据划分？</a:t>
            </a:r>
            <a:endParaRPr sz="16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ClrTx/>
              <a:buSzTx/>
              <a:buFontTx/>
            </a:pPr>
            <a:endParaRPr sz="16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1600" b="1"/>
              <a:t>训练集</a:t>
            </a:r>
            <a:r>
              <a:rPr lang="zh-CN" altLang="en-US" sz="1600"/>
              <a:t> ：产生执行轨迹，供优化器学习；</a:t>
            </a:r>
            <a:endParaRPr lang="zh-CN" altLang="en-US" sz="1600"/>
          </a:p>
          <a:p>
            <a:r>
              <a:rPr lang="zh-CN" altLang="en-US" sz="1600" b="1"/>
              <a:t>选择集</a:t>
            </a:r>
            <a:r>
              <a:rPr lang="zh-CN" altLang="en-US" sz="1600"/>
              <a:t> ：判断候选 Skill 是否值得接受，作用类似验证集；</a:t>
            </a:r>
            <a:endParaRPr lang="zh-CN" altLang="en-US" sz="1600"/>
          </a:p>
          <a:p>
            <a:r>
              <a:rPr lang="zh-CN" altLang="en-US" sz="1600" b="1"/>
              <a:t>测试集</a:t>
            </a:r>
            <a:r>
              <a:rPr lang="zh-CN" altLang="en-US" sz="1600"/>
              <a:t> ：优化完成后才用于最终报告。</a:t>
            </a:r>
            <a:endParaRPr lang="zh-CN" altLang="en-US" sz="1600"/>
          </a:p>
        </p:txBody>
      </p:sp>
      <p:sp>
        <p:nvSpPr>
          <p:cNvPr id="52" name="文本框 51"/>
          <p:cNvSpPr txBox="1"/>
          <p:nvPr/>
        </p:nvSpPr>
        <p:spPr>
          <a:xfrm>
            <a:off x="861060" y="3829685"/>
            <a:ext cx="1811655" cy="3435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sz="16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一个被优化对象</a:t>
            </a:r>
            <a:endParaRPr lang="zh-CN" altLang="en-US" sz="1600" b="1"/>
          </a:p>
        </p:txBody>
      </p:sp>
    </p:spTree>
    <p:custDataLst>
      <p:tags r:id="rId19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39" name="组合 38"/>
          <p:cNvGrpSpPr/>
          <p:nvPr userDrawn="1">
            <p:custDataLst>
              <p:tags r:id="rId1"/>
            </p:custDataLst>
          </p:nvPr>
        </p:nvGrpSpPr>
        <p:grpSpPr>
          <a:xfrm>
            <a:off x="4001597" y="6045200"/>
            <a:ext cx="8190403" cy="812800"/>
            <a:chOff x="4001597" y="5613400"/>
            <a:chExt cx="8190403" cy="1244600"/>
          </a:xfrm>
        </p:grpSpPr>
        <p:sp>
          <p:nvSpPr>
            <p:cNvPr id="41" name="任意多边形: 形状 8"/>
            <p:cNvSpPr/>
            <p:nvPr>
              <p:custDataLst>
                <p:tags r:id="rId2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2" name="等腰三角形 41"/>
            <p:cNvSpPr/>
            <p:nvPr>
              <p:custDataLst>
                <p:tags r:id="rId3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3" name="矩形 2"/>
          <p:cNvSpPr>
            <a:spLocks noGrp="1"/>
          </p:cNvSpPr>
          <p:nvPr/>
        </p:nvSpPr>
        <p:spPr>
          <a:xfrm>
            <a:off x="685800" y="123825"/>
            <a:ext cx="447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0000"/>
              </a:lnSpc>
              <a:buNone/>
              <a:defRPr sz="1050" b="1">
                <a:solidFill>
                  <a:srgbClr val="DDEB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r>
              <a:rPr lang="en-US" sz="10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sz="10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Figure 2</a:t>
            </a:r>
            <a:endParaRPr sz="105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8134350" y="123825"/>
            <a:ext cx="238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lnSpc>
                <a:spcPct val="110000"/>
              </a:lnSpc>
              <a:buNone/>
              <a:defRPr sz="975" b="0">
                <a:solidFill>
                  <a:srgbClr val="DDEB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SkillOpt · Paper Reading</a:t>
            </a:r>
            <a:endParaRPr sz="975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85800" y="685800"/>
            <a:ext cx="10287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0000"/>
              </a:lnSpc>
              <a:buNone/>
              <a:defRPr sz="2625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62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Figure 2：把优化类比落成可执行算法</a:t>
            </a:r>
            <a:endParaRPr sz="2625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576580" y="1259205"/>
            <a:ext cx="10697210" cy="4331335"/>
          </a:xfrm>
          <a:prstGeom prst="rect">
            <a:avLst/>
          </a:prstGeom>
        </p:spPr>
      </p:pic>
      <p:sp>
        <p:nvSpPr>
          <p:cNvPr id="24" name="矩形 23"/>
          <p:cNvSpPr>
            <a:spLocks noGrp="1"/>
          </p:cNvSpPr>
          <p:nvPr/>
        </p:nvSpPr>
        <p:spPr>
          <a:xfrm>
            <a:off x="8170545" y="1647825"/>
            <a:ext cx="2259965" cy="2895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验证门决定 current / best skill</a:t>
            </a:r>
            <a:endParaRPr sz="12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2336800" y="1321435"/>
            <a:ext cx="1790065" cy="3213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采样任务并执行当前 Skill</a:t>
            </a:r>
            <a:endParaRPr sz="12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4863465" y="1321435"/>
            <a:ext cx="2311400" cy="2362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优化器模型反思、合并、排序</a:t>
            </a:r>
            <a:endParaRPr sz="12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736340" y="3718560"/>
            <a:ext cx="1752600" cy="3968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sz="12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跨 epoch 的长期更新</a:t>
            </a:r>
            <a:endParaRPr sz="12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726440" y="5621655"/>
            <a:ext cx="1238250" cy="539115"/>
          </a:xfrm>
          <a:prstGeom prst="rect">
            <a:avLst/>
          </a:prstGeom>
          <a:solidFill>
            <a:srgbClr val="FFFFFF"/>
          </a:solidFill>
          <a:ln w="13335">
            <a:solidFill>
              <a:srgbClr val="123A66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802640" y="5661025"/>
            <a:ext cx="1085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p>
            <a:pPr algn="ctr">
              <a:lnSpc>
                <a:spcPct val="110000"/>
              </a:lnSpc>
              <a:buNone/>
              <a:defRPr sz="135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Rollout</a:t>
            </a:r>
            <a:endParaRPr sz="135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802640" y="5946775"/>
            <a:ext cx="1085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p>
            <a:pPr algn="ctr">
              <a:lnSpc>
                <a:spcPct val="110000"/>
              </a:lnSpc>
              <a:buNone/>
              <a:defRPr sz="1125" b="0">
                <a:solidFill>
                  <a:srgbClr val="505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执行任务</a:t>
            </a:r>
            <a:endParaRPr sz="1125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2021840" y="5870575"/>
            <a:ext cx="381000" cy="19050"/>
          </a:xfrm>
          <a:prstGeom prst="rect">
            <a:avLst/>
          </a:prstGeom>
          <a:solidFill>
            <a:schemeClr val="accent5"/>
          </a:solidFill>
          <a:ln w="0">
            <a:solidFill>
              <a:schemeClr val="accent5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2326640" y="5832475"/>
            <a:ext cx="76200" cy="95250"/>
          </a:xfrm>
          <a:prstGeom prst="rect">
            <a:avLst/>
          </a:prstGeom>
          <a:solidFill>
            <a:schemeClr val="accent5"/>
          </a:solidFill>
          <a:ln w="0">
            <a:solidFill>
              <a:schemeClr val="accent5">
                <a:lumMod val="60000"/>
                <a:lumOff val="40000"/>
              </a:schemeClr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2488565" y="5614670"/>
            <a:ext cx="1238250" cy="548005"/>
          </a:xfrm>
          <a:prstGeom prst="rect">
            <a:avLst/>
          </a:prstGeom>
          <a:solidFill>
            <a:srgbClr val="FFFFFF"/>
          </a:solidFill>
          <a:ln w="13335">
            <a:solidFill>
              <a:srgbClr val="123A66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2564765" y="5661025"/>
            <a:ext cx="1085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p>
            <a:pPr algn="ctr">
              <a:lnSpc>
                <a:spcPct val="110000"/>
              </a:lnSpc>
              <a:buNone/>
              <a:defRPr sz="135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Reflect</a:t>
            </a:r>
            <a:endParaRPr sz="135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2564765" y="5946775"/>
            <a:ext cx="1085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p>
            <a:pPr algn="ctr">
              <a:lnSpc>
                <a:spcPct val="110000"/>
              </a:lnSpc>
              <a:buNone/>
              <a:defRPr sz="1125" b="0">
                <a:solidFill>
                  <a:srgbClr val="505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诊断反思</a:t>
            </a:r>
            <a:endParaRPr sz="1125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>
            <p:custDataLst>
              <p:tags r:id="rId14"/>
            </p:custDataLst>
          </p:nvPr>
        </p:nvSpPr>
        <p:spPr>
          <a:xfrm>
            <a:off x="3783965" y="5870575"/>
            <a:ext cx="381000" cy="19050"/>
          </a:xfrm>
          <a:prstGeom prst="rect">
            <a:avLst/>
          </a:prstGeom>
          <a:solidFill>
            <a:schemeClr val="accent5"/>
          </a:solidFill>
          <a:ln w="0">
            <a:solidFill>
              <a:schemeClr val="accent5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>
            <p:custDataLst>
              <p:tags r:id="rId15"/>
            </p:custDataLst>
          </p:nvPr>
        </p:nvSpPr>
        <p:spPr>
          <a:xfrm>
            <a:off x="4088765" y="5832475"/>
            <a:ext cx="76200" cy="95250"/>
          </a:xfrm>
          <a:prstGeom prst="rect">
            <a:avLst/>
          </a:prstGeom>
          <a:solidFill>
            <a:schemeClr val="accent5"/>
          </a:solidFill>
          <a:ln w="0">
            <a:solidFill>
              <a:schemeClr val="accent5">
                <a:lumMod val="60000"/>
                <a:lumOff val="40000"/>
              </a:schemeClr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>
            <p:custDataLst>
              <p:tags r:id="rId16"/>
            </p:custDataLst>
          </p:nvPr>
        </p:nvSpPr>
        <p:spPr>
          <a:xfrm>
            <a:off x="4250690" y="5622290"/>
            <a:ext cx="1238250" cy="540385"/>
          </a:xfrm>
          <a:prstGeom prst="rect">
            <a:avLst/>
          </a:prstGeom>
          <a:solidFill>
            <a:srgbClr val="FFFFFF"/>
          </a:solidFill>
          <a:ln w="13335">
            <a:solidFill>
              <a:srgbClr val="123A66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>
            <p:custDataLst>
              <p:tags r:id="rId17"/>
            </p:custDataLst>
          </p:nvPr>
        </p:nvSpPr>
        <p:spPr>
          <a:xfrm>
            <a:off x="4326890" y="5661025"/>
            <a:ext cx="1085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p>
            <a:pPr algn="ctr">
              <a:lnSpc>
                <a:spcPct val="110000"/>
              </a:lnSpc>
              <a:buNone/>
              <a:defRPr sz="135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Aggregate</a:t>
            </a:r>
            <a:endParaRPr sz="135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>
            <p:custDataLst>
              <p:tags r:id="rId18"/>
            </p:custDataLst>
          </p:nvPr>
        </p:nvSpPr>
        <p:spPr>
          <a:xfrm>
            <a:off x="4326890" y="5946775"/>
            <a:ext cx="1085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p>
            <a:pPr algn="ctr">
              <a:lnSpc>
                <a:spcPct val="110000"/>
              </a:lnSpc>
              <a:buNone/>
              <a:defRPr sz="1125" b="0">
                <a:solidFill>
                  <a:srgbClr val="505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合并补丁</a:t>
            </a:r>
            <a:endParaRPr sz="1125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>
            <p:custDataLst>
              <p:tags r:id="rId19"/>
            </p:custDataLst>
          </p:nvPr>
        </p:nvSpPr>
        <p:spPr>
          <a:xfrm>
            <a:off x="5546090" y="5870575"/>
            <a:ext cx="381000" cy="19050"/>
          </a:xfrm>
          <a:prstGeom prst="rect">
            <a:avLst/>
          </a:prstGeom>
          <a:solidFill>
            <a:schemeClr val="accent5"/>
          </a:solidFill>
          <a:ln w="0">
            <a:solidFill>
              <a:schemeClr val="accent5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>
            <p:custDataLst>
              <p:tags r:id="rId20"/>
            </p:custDataLst>
          </p:nvPr>
        </p:nvSpPr>
        <p:spPr>
          <a:xfrm>
            <a:off x="5850890" y="5832475"/>
            <a:ext cx="76200" cy="95250"/>
          </a:xfrm>
          <a:prstGeom prst="rect">
            <a:avLst/>
          </a:prstGeom>
          <a:solidFill>
            <a:schemeClr val="accent5"/>
          </a:solidFill>
          <a:ln w="0">
            <a:solidFill>
              <a:schemeClr val="accent5">
                <a:lumMod val="60000"/>
                <a:lumOff val="40000"/>
              </a:schemeClr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>
            <p:custDataLst>
              <p:tags r:id="rId21"/>
            </p:custDataLst>
          </p:nvPr>
        </p:nvSpPr>
        <p:spPr>
          <a:xfrm>
            <a:off x="6012815" y="5623560"/>
            <a:ext cx="1238250" cy="530225"/>
          </a:xfrm>
          <a:prstGeom prst="rect">
            <a:avLst/>
          </a:prstGeom>
          <a:solidFill>
            <a:srgbClr val="FFFFFF"/>
          </a:solidFill>
          <a:ln w="13335">
            <a:solidFill>
              <a:srgbClr val="123A66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>
            <p:custDataLst>
              <p:tags r:id="rId22"/>
            </p:custDataLst>
          </p:nvPr>
        </p:nvSpPr>
        <p:spPr>
          <a:xfrm>
            <a:off x="6089015" y="5661025"/>
            <a:ext cx="1085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p>
            <a:pPr algn="ctr">
              <a:lnSpc>
                <a:spcPct val="110000"/>
              </a:lnSpc>
              <a:buNone/>
              <a:defRPr sz="135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Clip</a:t>
            </a:r>
            <a:endParaRPr sz="135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>
            <p:custDataLst>
              <p:tags r:id="rId23"/>
            </p:custDataLst>
          </p:nvPr>
        </p:nvSpPr>
        <p:spPr>
          <a:xfrm>
            <a:off x="6089015" y="5946775"/>
            <a:ext cx="1085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p>
            <a:pPr algn="ctr">
              <a:lnSpc>
                <a:spcPct val="110000"/>
              </a:lnSpc>
              <a:buNone/>
              <a:defRPr sz="1125" b="0">
                <a:solidFill>
                  <a:srgbClr val="505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限制步长</a:t>
            </a:r>
            <a:endParaRPr sz="1125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矩形 32"/>
          <p:cNvSpPr>
            <a:spLocks noGrp="1"/>
          </p:cNvSpPr>
          <p:nvPr>
            <p:custDataLst>
              <p:tags r:id="rId24"/>
            </p:custDataLst>
          </p:nvPr>
        </p:nvSpPr>
        <p:spPr>
          <a:xfrm>
            <a:off x="7308215" y="5870575"/>
            <a:ext cx="381000" cy="19050"/>
          </a:xfrm>
          <a:prstGeom prst="rect">
            <a:avLst/>
          </a:prstGeom>
          <a:solidFill>
            <a:schemeClr val="accent5"/>
          </a:solidFill>
          <a:ln w="0">
            <a:solidFill>
              <a:schemeClr val="accent5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>
            <p:custDataLst>
              <p:tags r:id="rId25"/>
            </p:custDataLst>
          </p:nvPr>
        </p:nvSpPr>
        <p:spPr>
          <a:xfrm>
            <a:off x="7613015" y="5832475"/>
            <a:ext cx="76200" cy="95250"/>
          </a:xfrm>
          <a:prstGeom prst="rect">
            <a:avLst/>
          </a:prstGeom>
          <a:solidFill>
            <a:schemeClr val="accent5"/>
          </a:solidFill>
          <a:ln w="0">
            <a:solidFill>
              <a:schemeClr val="accent5">
                <a:lumMod val="60000"/>
                <a:lumOff val="40000"/>
              </a:schemeClr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>
            <p:custDataLst>
              <p:tags r:id="rId26"/>
            </p:custDataLst>
          </p:nvPr>
        </p:nvSpPr>
        <p:spPr>
          <a:xfrm>
            <a:off x="7774940" y="5613400"/>
            <a:ext cx="1238250" cy="522605"/>
          </a:xfrm>
          <a:prstGeom prst="rect">
            <a:avLst/>
          </a:prstGeom>
          <a:solidFill>
            <a:srgbClr val="FFFFFF"/>
          </a:solidFill>
          <a:ln w="13335">
            <a:solidFill>
              <a:srgbClr val="123A66"/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>
            <p:custDataLst>
              <p:tags r:id="rId27"/>
            </p:custDataLst>
          </p:nvPr>
        </p:nvSpPr>
        <p:spPr>
          <a:xfrm>
            <a:off x="7851140" y="5661025"/>
            <a:ext cx="1085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p>
            <a:pPr algn="ctr">
              <a:lnSpc>
                <a:spcPct val="110000"/>
              </a:lnSpc>
              <a:buNone/>
              <a:defRPr sz="135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Update</a:t>
            </a:r>
            <a:endParaRPr sz="135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矩形 36"/>
          <p:cNvSpPr>
            <a:spLocks noGrp="1"/>
          </p:cNvSpPr>
          <p:nvPr>
            <p:custDataLst>
              <p:tags r:id="rId28"/>
            </p:custDataLst>
          </p:nvPr>
        </p:nvSpPr>
        <p:spPr>
          <a:xfrm>
            <a:off x="7851140" y="5929630"/>
            <a:ext cx="1085850" cy="20764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p>
            <a:pPr algn="ctr">
              <a:lnSpc>
                <a:spcPct val="110000"/>
              </a:lnSpc>
              <a:buNone/>
              <a:defRPr sz="1125" b="0">
                <a:solidFill>
                  <a:srgbClr val="505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生成候选</a:t>
            </a:r>
            <a:endParaRPr sz="1125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矩形 37"/>
          <p:cNvSpPr>
            <a:spLocks noGrp="1"/>
          </p:cNvSpPr>
          <p:nvPr>
            <p:custDataLst>
              <p:tags r:id="rId29"/>
            </p:custDataLst>
          </p:nvPr>
        </p:nvSpPr>
        <p:spPr>
          <a:xfrm>
            <a:off x="9070340" y="5870575"/>
            <a:ext cx="381000" cy="19050"/>
          </a:xfrm>
          <a:prstGeom prst="rect">
            <a:avLst/>
          </a:prstGeom>
          <a:solidFill>
            <a:schemeClr val="accent5"/>
          </a:solidFill>
          <a:ln w="0">
            <a:solidFill>
              <a:schemeClr val="accent5"/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>
            <p:custDataLst>
              <p:tags r:id="rId30"/>
            </p:custDataLst>
          </p:nvPr>
        </p:nvSpPr>
        <p:spPr>
          <a:xfrm>
            <a:off x="9375140" y="5832475"/>
            <a:ext cx="76200" cy="95250"/>
          </a:xfrm>
          <a:prstGeom prst="rect">
            <a:avLst/>
          </a:prstGeom>
          <a:solidFill>
            <a:schemeClr val="accent5"/>
          </a:solidFill>
          <a:ln w="0">
            <a:solidFill>
              <a:schemeClr val="accent5">
                <a:lumMod val="60000"/>
                <a:lumOff val="40000"/>
              </a:schemeClr>
            </a:solidFill>
            <a:prstDash val="solid"/>
          </a:ln>
        </p:spPr>
      </p:sp>
      <p:sp>
        <p:nvSpPr>
          <p:cNvPr id="43" name="矩形 42"/>
          <p:cNvSpPr>
            <a:spLocks noGrp="1"/>
          </p:cNvSpPr>
          <p:nvPr>
            <p:custDataLst>
              <p:tags r:id="rId31"/>
            </p:custDataLst>
          </p:nvPr>
        </p:nvSpPr>
        <p:spPr>
          <a:xfrm>
            <a:off x="9537065" y="5605780"/>
            <a:ext cx="1238250" cy="529590"/>
          </a:xfrm>
          <a:prstGeom prst="rect">
            <a:avLst/>
          </a:prstGeom>
          <a:solidFill>
            <a:srgbClr val="FFFFFF"/>
          </a:solidFill>
          <a:ln w="13335">
            <a:solidFill>
              <a:srgbClr val="123A66"/>
            </a:solidFill>
            <a:prstDash val="solid"/>
          </a:ln>
        </p:spPr>
      </p:sp>
      <p:sp>
        <p:nvSpPr>
          <p:cNvPr id="44" name="矩形 43"/>
          <p:cNvSpPr>
            <a:spLocks noGrp="1"/>
          </p:cNvSpPr>
          <p:nvPr>
            <p:custDataLst>
              <p:tags r:id="rId32"/>
            </p:custDataLst>
          </p:nvPr>
        </p:nvSpPr>
        <p:spPr>
          <a:xfrm>
            <a:off x="9613265" y="5661025"/>
            <a:ext cx="1085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p>
            <a:pPr algn="ctr">
              <a:lnSpc>
                <a:spcPct val="110000"/>
              </a:lnSpc>
              <a:buNone/>
              <a:defRPr sz="135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Gate</a:t>
            </a:r>
            <a:endParaRPr sz="135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矩形 44"/>
          <p:cNvSpPr>
            <a:spLocks noGrp="1"/>
          </p:cNvSpPr>
          <p:nvPr>
            <p:custDataLst>
              <p:tags r:id="rId33"/>
            </p:custDataLst>
          </p:nvPr>
        </p:nvSpPr>
        <p:spPr>
          <a:xfrm>
            <a:off x="9613265" y="5920105"/>
            <a:ext cx="1085850" cy="2171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p>
            <a:pPr algn="ctr">
              <a:lnSpc>
                <a:spcPct val="110000"/>
              </a:lnSpc>
              <a:buNone/>
              <a:defRPr sz="1125" b="0">
                <a:solidFill>
                  <a:srgbClr val="505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验证接受</a:t>
            </a:r>
            <a:endParaRPr sz="1125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34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41" name="组合 40"/>
          <p:cNvGrpSpPr/>
          <p:nvPr userDrawn="1">
            <p:custDataLst>
              <p:tags r:id="rId1"/>
            </p:custDataLst>
          </p:nvPr>
        </p:nvGrpSpPr>
        <p:grpSpPr>
          <a:xfrm>
            <a:off x="4001597" y="6045200"/>
            <a:ext cx="8190403" cy="812800"/>
            <a:chOff x="4001597" y="5613400"/>
            <a:chExt cx="8190403" cy="1244600"/>
          </a:xfrm>
        </p:grpSpPr>
        <p:sp>
          <p:nvSpPr>
            <p:cNvPr id="42" name="任意多边形: 形状 8"/>
            <p:cNvSpPr/>
            <p:nvPr>
              <p:custDataLst>
                <p:tags r:id="rId2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3" name="等腰三角形 42"/>
            <p:cNvSpPr/>
            <p:nvPr>
              <p:custDataLst>
                <p:tags r:id="rId3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3" name="矩形 2"/>
          <p:cNvSpPr>
            <a:spLocks noGrp="1"/>
          </p:cNvSpPr>
          <p:nvPr/>
        </p:nvSpPr>
        <p:spPr>
          <a:xfrm>
            <a:off x="685800" y="123825"/>
            <a:ext cx="447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0000"/>
              </a:lnSpc>
              <a:buNone/>
              <a:defRPr sz="1050" b="1">
                <a:solidFill>
                  <a:srgbClr val="DDEB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r>
              <a:rPr lang="en-US" sz="10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r>
              <a:rPr sz="10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Code</a:t>
            </a:r>
            <a:endParaRPr sz="105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8134350" y="123825"/>
            <a:ext cx="238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lnSpc>
                <a:spcPct val="110000"/>
              </a:lnSpc>
              <a:buNone/>
              <a:defRPr sz="975" b="0">
                <a:solidFill>
                  <a:srgbClr val="DDEB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SkillOpt · Paper Reading</a:t>
            </a:r>
            <a:endParaRPr sz="975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85800" y="685800"/>
            <a:ext cx="10287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0000"/>
              </a:lnSpc>
              <a:buNone/>
              <a:defRPr sz="2625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sym typeface="+mn-ea"/>
              </a:rPr>
              <a:t>Forward Pass：批量执行与证据收集</a:t>
            </a:r>
            <a:endParaRPr sz="2625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39470" y="1484630"/>
            <a:ext cx="980757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批量执行（rollout）指目标模型带着当前 Skill 完整执行一批训练任务。</a:t>
            </a:r>
            <a:endParaRPr lang="zh-CN" altLang="en-US"/>
          </a:p>
        </p:txBody>
      </p:sp>
      <p:sp>
        <p:nvSpPr>
          <p:cNvPr id="16" name="矩形 15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767715" y="2060575"/>
            <a:ext cx="6174740" cy="266065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rgbClr val="BFC7D1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901065" y="2155825"/>
            <a:ext cx="5638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p>
            <a:pPr algn="l">
              <a:lnSpc>
                <a:spcPct val="110000"/>
              </a:lnSpc>
              <a:buNone/>
              <a:defRPr sz="975" b="1">
                <a:solidFill>
                  <a:srgbClr val="7A7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skillopt/types.py</a:t>
            </a:r>
            <a:endParaRPr sz="9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901065" y="2403475"/>
            <a:ext cx="6042025" cy="230695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p>
            <a:pPr algn="l">
              <a:lnSpc>
                <a:spcPct val="103000"/>
              </a:lnSpc>
              <a:buNone/>
              <a:defRPr sz="1000" b="0">
                <a:solidFill>
                  <a:srgbClr val="102033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400" b="0">
                <a:solidFill>
                  <a:schemeClr val="tx1"/>
                </a:solidFill>
                <a:latin typeface="JetBrains Mono NL Medium" panose="02000009000000000000" charset="0"/>
                <a:ea typeface="微软雅黑" panose="020B0503020204020204" charset="-122"/>
                <a:cs typeface="JetBrains Mono NL Medium" panose="02000009000000000000" charset="0"/>
              </a:rPr>
              <a:t>class RolloutResult:</a:t>
            </a:r>
            <a:endParaRPr sz="1400" b="0">
              <a:solidFill>
                <a:schemeClr val="tx1"/>
              </a:solidFill>
              <a:latin typeface="JetBrains Mono NL Medium" panose="02000009000000000000" charset="0"/>
              <a:ea typeface="微软雅黑" panose="020B0503020204020204" charset="-122"/>
              <a:cs typeface="JetBrains Mono NL Medium" panose="02000009000000000000" charset="0"/>
            </a:endParaRPr>
          </a:p>
          <a:p>
            <a:pPr algn="l">
              <a:lnSpc>
                <a:spcPct val="103000"/>
              </a:lnSpc>
              <a:buNone/>
              <a:defRPr sz="1000" b="0">
                <a:solidFill>
                  <a:srgbClr val="102033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400" b="0">
                <a:solidFill>
                  <a:schemeClr val="tx1"/>
                </a:solidFill>
                <a:latin typeface="JetBrains Mono NL Medium" panose="02000009000000000000" charset="0"/>
                <a:ea typeface="微软雅黑" panose="020B0503020204020204" charset="-122"/>
                <a:cs typeface="JetBrains Mono NL Medium" panose="02000009000000000000" charset="0"/>
              </a:rPr>
              <a:t>    id: str</a:t>
            </a:r>
            <a:endParaRPr sz="1400" b="0">
              <a:solidFill>
                <a:schemeClr val="tx1"/>
              </a:solidFill>
              <a:latin typeface="JetBrains Mono NL Medium" panose="02000009000000000000" charset="0"/>
              <a:ea typeface="微软雅黑" panose="020B0503020204020204" charset="-122"/>
              <a:cs typeface="JetBrains Mono NL Medium" panose="02000009000000000000" charset="0"/>
            </a:endParaRPr>
          </a:p>
          <a:p>
            <a:pPr algn="l">
              <a:lnSpc>
                <a:spcPct val="103000"/>
              </a:lnSpc>
              <a:buNone/>
              <a:defRPr sz="1000" b="0">
                <a:solidFill>
                  <a:srgbClr val="102033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400" b="0">
                <a:solidFill>
                  <a:schemeClr val="tx1"/>
                </a:solidFill>
                <a:latin typeface="JetBrains Mono NL Medium" panose="02000009000000000000" charset="0"/>
                <a:ea typeface="微软雅黑" panose="020B0503020204020204" charset="-122"/>
                <a:cs typeface="JetBrains Mono NL Medium" panose="02000009000000000000" charset="0"/>
              </a:rPr>
              <a:t> </a:t>
            </a:r>
            <a:r>
              <a:rPr lang="en-US" sz="1400" b="0">
                <a:solidFill>
                  <a:schemeClr val="tx1"/>
                </a:solidFill>
                <a:latin typeface="JetBrains Mono NL Medium" panose="02000009000000000000" charset="0"/>
                <a:ea typeface="微软雅黑" panose="020B0503020204020204" charset="-122"/>
                <a:cs typeface="JetBrains Mono NL Medium" panose="02000009000000000000" charset="0"/>
              </a:rPr>
              <a:t>   </a:t>
            </a:r>
            <a:r>
              <a:rPr sz="1400" b="0">
                <a:solidFill>
                  <a:schemeClr val="tx1"/>
                </a:solidFill>
                <a:latin typeface="JetBrains Mono NL Medium" panose="02000009000000000000" charset="0"/>
                <a:ea typeface="微软雅黑" panose="020B0503020204020204" charset="-122"/>
                <a:cs typeface="JetBrains Mono NL Medium" panose="02000009000000000000" charset="0"/>
              </a:rPr>
              <a:t>n_turns: int = 0</a:t>
            </a:r>
            <a:endParaRPr sz="1400" b="0">
              <a:solidFill>
                <a:schemeClr val="tx1"/>
              </a:solidFill>
              <a:latin typeface="JetBrains Mono NL Medium" panose="02000009000000000000" charset="0"/>
              <a:ea typeface="微软雅黑" panose="020B0503020204020204" charset="-122"/>
              <a:cs typeface="JetBrains Mono NL Medium" panose="02000009000000000000" charset="0"/>
            </a:endParaRPr>
          </a:p>
          <a:p>
            <a:pPr algn="l">
              <a:lnSpc>
                <a:spcPct val="103000"/>
              </a:lnSpc>
              <a:buNone/>
              <a:defRPr sz="1000" b="0">
                <a:solidFill>
                  <a:srgbClr val="102033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400" b="0">
                <a:solidFill>
                  <a:schemeClr val="tx1"/>
                </a:solidFill>
                <a:latin typeface="JetBrains Mono NL Medium" panose="02000009000000000000" charset="0"/>
                <a:ea typeface="微软雅黑" panose="020B0503020204020204" charset="-122"/>
                <a:cs typeface="JetBrains Mono NL Medium" panose="02000009000000000000" charset="0"/>
              </a:rPr>
              <a:t>    hard: int       # 硬指标：是否完成任务</a:t>
            </a:r>
            <a:endParaRPr sz="1400" b="0">
              <a:solidFill>
                <a:schemeClr val="tx1"/>
              </a:solidFill>
              <a:latin typeface="JetBrains Mono NL Medium" panose="02000009000000000000" charset="0"/>
              <a:ea typeface="微软雅黑" panose="020B0503020204020204" charset="-122"/>
              <a:cs typeface="JetBrains Mono NL Medium" panose="02000009000000000000" charset="0"/>
            </a:endParaRPr>
          </a:p>
          <a:p>
            <a:pPr algn="l">
              <a:lnSpc>
                <a:spcPct val="103000"/>
              </a:lnSpc>
              <a:buNone/>
              <a:defRPr sz="1000" b="0">
                <a:solidFill>
                  <a:srgbClr val="102033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400" b="0">
                <a:solidFill>
                  <a:schemeClr val="tx1"/>
                </a:solidFill>
                <a:latin typeface="JetBrains Mono NL Medium" panose="02000009000000000000" charset="0"/>
                <a:ea typeface="微软雅黑" panose="020B0503020204020204" charset="-122"/>
                <a:cs typeface="JetBrains Mono NL Medium" panose="02000009000000000000" charset="0"/>
              </a:rPr>
              <a:t>    soft: float     # 软指标：</a:t>
            </a:r>
            <a:r>
              <a:rPr lang="zh-CN" sz="1400" b="0">
                <a:solidFill>
                  <a:schemeClr val="tx1"/>
                </a:solidFill>
                <a:latin typeface="JetBrains Mono NL Medium" panose="02000009000000000000" charset="0"/>
                <a:ea typeface="微软雅黑" panose="020B0503020204020204" charset="-122"/>
                <a:cs typeface="JetBrains Mono NL Medium" panose="02000009000000000000" charset="0"/>
              </a:rPr>
              <a:t>部分得分</a:t>
            </a:r>
            <a:endParaRPr sz="1400" b="0">
              <a:solidFill>
                <a:schemeClr val="tx1"/>
              </a:solidFill>
              <a:latin typeface="JetBrains Mono NL Medium" panose="02000009000000000000" charset="0"/>
              <a:ea typeface="微软雅黑" panose="020B0503020204020204" charset="-122"/>
              <a:cs typeface="JetBrains Mono NL Medium" panose="02000009000000000000" charset="0"/>
            </a:endParaRPr>
          </a:p>
          <a:p>
            <a:pPr algn="l">
              <a:lnSpc>
                <a:spcPct val="103000"/>
              </a:lnSpc>
              <a:buNone/>
              <a:defRPr sz="1000" b="0">
                <a:solidFill>
                  <a:srgbClr val="102033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400" b="0">
                <a:solidFill>
                  <a:schemeClr val="tx1"/>
                </a:solidFill>
                <a:latin typeface="JetBrains Mono NL Medium" panose="02000009000000000000" charset="0"/>
                <a:ea typeface="微软雅黑" panose="020B0503020204020204" charset="-122"/>
                <a:cs typeface="JetBrains Mono NL Medium" panose="02000009000000000000" charset="0"/>
              </a:rPr>
              <a:t>    fail_reason: str = ""   # 供反思使用</a:t>
            </a:r>
            <a:endParaRPr sz="1400" b="0">
              <a:solidFill>
                <a:schemeClr val="tx1"/>
              </a:solidFill>
              <a:latin typeface="JetBrains Mono NL Medium" panose="02000009000000000000" charset="0"/>
              <a:ea typeface="微软雅黑" panose="020B0503020204020204" charset="-122"/>
              <a:cs typeface="JetBrains Mono NL Medium" panose="02000009000000000000" charset="0"/>
            </a:endParaRPr>
          </a:p>
          <a:p>
            <a:pPr algn="l">
              <a:lnSpc>
                <a:spcPct val="103000"/>
              </a:lnSpc>
              <a:buNone/>
              <a:defRPr sz="1000" b="0">
                <a:solidFill>
                  <a:srgbClr val="102033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400" b="0">
                <a:solidFill>
                  <a:schemeClr val="tx1"/>
                </a:solidFill>
                <a:latin typeface="JetBrains Mono NL Medium" panose="02000009000000000000" charset="0"/>
                <a:ea typeface="微软雅黑" panose="020B0503020204020204" charset="-122"/>
                <a:cs typeface="JetBrains Mono NL Medium" panose="02000009000000000000" charset="0"/>
              </a:rPr>
              <a:t>    task_type: str = ""     # 便于分任务分析</a:t>
            </a:r>
            <a:endParaRPr sz="1400" b="0">
              <a:solidFill>
                <a:schemeClr val="tx1"/>
              </a:solidFill>
              <a:latin typeface="JetBrains Mono NL Medium" panose="02000009000000000000" charset="0"/>
              <a:ea typeface="微软雅黑" panose="020B0503020204020204" charset="-122"/>
              <a:cs typeface="JetBrains Mono NL Medium" panose="02000009000000000000" charset="0"/>
            </a:endParaRPr>
          </a:p>
          <a:p>
            <a:pPr algn="l">
              <a:lnSpc>
                <a:spcPct val="103000"/>
              </a:lnSpc>
              <a:buNone/>
              <a:defRPr sz="1000" b="0">
                <a:solidFill>
                  <a:srgbClr val="102033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400" b="0">
                <a:solidFill>
                  <a:schemeClr val="tx1"/>
                </a:solidFill>
                <a:latin typeface="JetBrains Mono NL Medium" panose="02000009000000000000" charset="0"/>
                <a:ea typeface="微软雅黑" panose="020B0503020204020204" charset="-122"/>
                <a:cs typeface="JetBrains Mono NL Medium" panose="02000009000000000000" charset="0"/>
              </a:rPr>
              <a:t>    extras: dict[str, Any] = field(default_factory=dict)</a:t>
            </a:r>
            <a:endParaRPr sz="1400" b="0">
              <a:solidFill>
                <a:schemeClr val="tx1"/>
              </a:solidFill>
              <a:latin typeface="JetBrains Mono NL Medium" panose="02000009000000000000" charset="0"/>
              <a:ea typeface="微软雅黑" panose="020B0503020204020204" charset="-122"/>
              <a:cs typeface="JetBrains Mono NL Medium" panose="02000009000000000000" charset="0"/>
            </a:endParaRPr>
          </a:p>
          <a:p>
            <a:pPr algn="l">
              <a:lnSpc>
                <a:spcPct val="103000"/>
              </a:lnSpc>
              <a:buNone/>
              <a:defRPr sz="1000" b="0">
                <a:solidFill>
                  <a:srgbClr val="102033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400" b="0">
                <a:solidFill>
                  <a:schemeClr val="tx1"/>
                </a:solidFill>
                <a:latin typeface="JetBrains Mono NL Medium" panose="02000009000000000000" charset="0"/>
                <a:ea typeface="微软雅黑" panose="020B0503020204020204" charset="-122"/>
                <a:cs typeface="JetBrains Mono NL Medium" panose="02000009000000000000" charset="0"/>
              </a:rPr>
              <a:t>    # 不同环境的额外字段放入 extras</a:t>
            </a:r>
            <a:endParaRPr sz="1400" b="0">
              <a:solidFill>
                <a:schemeClr val="tx1"/>
              </a:solidFill>
              <a:latin typeface="JetBrains Mono NL Medium" panose="02000009000000000000" charset="0"/>
              <a:ea typeface="微软雅黑" panose="020B0503020204020204" charset="-122"/>
              <a:cs typeface="JetBrains Mono NL Medium" panose="02000009000000000000" charset="0"/>
            </a:endParaRPr>
          </a:p>
        </p:txBody>
      </p:sp>
      <p:sp>
        <p:nvSpPr>
          <p:cNvPr id="23" name="矩形 22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7582535" y="3112770"/>
            <a:ext cx="3958590" cy="3340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p>
            <a:pPr algn="l">
              <a:lnSpc>
                <a:spcPct val="106000"/>
              </a:lnSpc>
              <a:buNone/>
              <a:defRPr sz="1200" b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支持验证门比较候选 Skill</a:t>
            </a:r>
            <a:endParaRPr sz="160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7680325" y="3530600"/>
            <a:ext cx="3985895" cy="327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p>
            <a:pPr algn="l">
              <a:lnSpc>
                <a:spcPct val="106000"/>
              </a:lnSpc>
              <a:buNone/>
              <a:defRPr sz="1200" b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给反思阶段提供错误证据</a:t>
            </a:r>
            <a:endParaRPr sz="160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7591425" y="4143375"/>
            <a:ext cx="2924810" cy="2552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p>
            <a:pPr algn="l">
              <a:lnSpc>
                <a:spcPct val="106000"/>
              </a:lnSpc>
              <a:buNone/>
              <a:defRPr sz="1200" b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允许不同 benchmark 扩展字段</a:t>
            </a:r>
            <a:endParaRPr sz="160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5852795" y="4862830"/>
            <a:ext cx="5622925" cy="421640"/>
          </a:xfrm>
          <a:prstGeom prst="rect">
            <a:avLst/>
          </a:prstGeom>
          <a:solidFill>
            <a:srgbClr val="FFFFFF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5852795" y="4862830"/>
            <a:ext cx="97790" cy="428625"/>
          </a:xfrm>
          <a:prstGeom prst="rect">
            <a:avLst/>
          </a:prstGeom>
          <a:solidFill>
            <a:schemeClr val="accent4"/>
          </a:solidFill>
          <a:ln w="0">
            <a:solidFill>
              <a:schemeClr val="accent4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6096000" y="4954905"/>
            <a:ext cx="569849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p>
            <a:pPr algn="l">
              <a:lnSpc>
                <a:spcPct val="112000"/>
              </a:lnSpc>
              <a:buNone/>
              <a:defRPr sz="1315" b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1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Forward pass 不只产生分数，还产生后续文本优化所需的可观察证据。</a:t>
            </a:r>
            <a:endParaRPr sz="1315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/>
          <p:nvPr>
            <p:custDataLst>
              <p:tags r:id="rId13"/>
            </p:custDataLst>
          </p:nvPr>
        </p:nvSpPr>
        <p:spPr>
          <a:xfrm>
            <a:off x="1200785" y="3063240"/>
            <a:ext cx="4392930" cy="432000"/>
          </a:xfrm>
          <a:prstGeom prst="rect">
            <a:avLst/>
          </a:prstGeom>
          <a:noFill/>
          <a:ln w="19050">
            <a:solidFill>
              <a:schemeClr val="tx1">
                <a:lumMod val="65000"/>
                <a:lumOff val="35000"/>
              </a:schemeClr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3" name="直接箭头连接符 32"/>
          <p:cNvCxnSpPr/>
          <p:nvPr>
            <p:custDataLst>
              <p:tags r:id="rId14"/>
            </p:custDataLst>
          </p:nvPr>
        </p:nvCxnSpPr>
        <p:spPr>
          <a:xfrm>
            <a:off x="5665470" y="3278505"/>
            <a:ext cx="1871980" cy="63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5" name="直接箭头连接符 34"/>
          <p:cNvCxnSpPr/>
          <p:nvPr>
            <p:custDataLst>
              <p:tags r:id="rId15"/>
            </p:custDataLst>
          </p:nvPr>
        </p:nvCxnSpPr>
        <p:spPr>
          <a:xfrm>
            <a:off x="5089525" y="3677920"/>
            <a:ext cx="244792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6" name="直接箭头连接符 35"/>
          <p:cNvCxnSpPr>
            <a:endCxn id="25" idx="1"/>
          </p:cNvCxnSpPr>
          <p:nvPr>
            <p:custDataLst>
              <p:tags r:id="rId16"/>
            </p:custDataLst>
          </p:nvPr>
        </p:nvCxnSpPr>
        <p:spPr>
          <a:xfrm flipV="1">
            <a:off x="4369435" y="4271010"/>
            <a:ext cx="3221990" cy="1651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7" name="文本框 36"/>
          <p:cNvSpPr txBox="1"/>
          <p:nvPr/>
        </p:nvSpPr>
        <p:spPr>
          <a:xfrm>
            <a:off x="901065" y="4880610"/>
            <a:ext cx="446214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 RolloutResult：环境必须提供的最小信息</a:t>
            </a:r>
            <a:endParaRPr lang="zh-CN" altLang="en-US"/>
          </a:p>
        </p:txBody>
      </p:sp>
    </p:spTree>
    <p:custDataLst>
      <p:tags r:id="rId17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42" name="组合 41"/>
          <p:cNvGrpSpPr/>
          <p:nvPr userDrawn="1">
            <p:custDataLst>
              <p:tags r:id="rId1"/>
            </p:custDataLst>
          </p:nvPr>
        </p:nvGrpSpPr>
        <p:grpSpPr>
          <a:xfrm>
            <a:off x="4001597" y="6045200"/>
            <a:ext cx="8190403" cy="812800"/>
            <a:chOff x="4001597" y="5613400"/>
            <a:chExt cx="8190403" cy="1244600"/>
          </a:xfrm>
        </p:grpSpPr>
        <p:sp>
          <p:nvSpPr>
            <p:cNvPr id="43" name="任意多边形: 形状 8"/>
            <p:cNvSpPr/>
            <p:nvPr>
              <p:custDataLst>
                <p:tags r:id="rId2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4" name="等腰三角形 43"/>
            <p:cNvSpPr/>
            <p:nvPr>
              <p:custDataLst>
                <p:tags r:id="rId3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3" name="矩形 2"/>
          <p:cNvSpPr>
            <a:spLocks noGrp="1"/>
          </p:cNvSpPr>
          <p:nvPr/>
        </p:nvSpPr>
        <p:spPr>
          <a:xfrm>
            <a:off x="685800" y="123825"/>
            <a:ext cx="447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0000"/>
              </a:lnSpc>
              <a:buNone/>
              <a:defRPr sz="1050" b="1">
                <a:solidFill>
                  <a:srgbClr val="DDEB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r>
              <a:rPr lang="en-US" sz="10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r>
              <a:rPr sz="10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en-US" sz="10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Code</a:t>
            </a:r>
            <a:endParaRPr lang="en-US" sz="105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8134350" y="123825"/>
            <a:ext cx="238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lnSpc>
                <a:spcPct val="110000"/>
              </a:lnSpc>
              <a:buNone/>
              <a:defRPr sz="975" b="0">
                <a:solidFill>
                  <a:srgbClr val="DDEB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SkillOpt · Paper Reading</a:t>
            </a:r>
            <a:endParaRPr sz="975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85800" y="685800"/>
            <a:ext cx="10287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0000"/>
              </a:lnSpc>
              <a:buNone/>
              <a:defRPr sz="2625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sym typeface="+mn-ea"/>
              </a:rPr>
              <a:t>Backward Pass：小批次反思产生文本梯度</a:t>
            </a:r>
            <a:endParaRPr sz="2625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024245" y="2068830"/>
            <a:ext cx="5680075" cy="230822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/>
              <a:t>系统先把轨迹分为两组：</a:t>
            </a:r>
            <a:endParaRPr lang="zh-CN" altLang="en-US"/>
          </a:p>
          <a:p>
            <a:endParaRPr lang="zh-CN" altLang="en-US"/>
          </a:p>
          <a:p>
            <a:r>
              <a:rPr lang="zh-CN" altLang="en-US" b="1"/>
              <a:t>失败轨迹</a:t>
            </a:r>
            <a:r>
              <a:rPr lang="zh-CN" altLang="en-US"/>
              <a:t>：当前 Skill 缺少什么规则？</a:t>
            </a:r>
            <a:endParaRPr lang="zh-CN" altLang="en-US"/>
          </a:p>
          <a:p>
            <a:r>
              <a:rPr lang="zh-CN" altLang="en-US" b="1"/>
              <a:t>成功轨迹</a:t>
            </a:r>
            <a:r>
              <a:rPr lang="zh-CN" altLang="en-US"/>
              <a:t>：哪些有效行为值得保留或强化？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然后把每组再切成反思小批次（reflection minibatch）：</a:t>
            </a:r>
            <a:endParaRPr lang="zh-CN" altLang="en-US"/>
          </a:p>
          <a:p>
            <a:r>
              <a:rPr lang="zh-CN" altLang="en-US" b="1"/>
              <a:t>单条轨迹</a:t>
            </a:r>
            <a:r>
              <a:rPr lang="zh-CN" altLang="en-US"/>
              <a:t>容易产生只适用于一个样本的修补；</a:t>
            </a:r>
            <a:endParaRPr lang="zh-CN" altLang="en-US"/>
          </a:p>
          <a:p>
            <a:r>
              <a:rPr lang="zh-CN" altLang="en-US" b="1"/>
              <a:t>多条轨迹</a:t>
            </a:r>
            <a:r>
              <a:rPr lang="zh-CN" altLang="en-US"/>
              <a:t>一起分析，更容易识别共同失败模式。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685800" y="1412240"/>
            <a:ext cx="988631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ym typeface="+mn-ea"/>
              </a:rPr>
              <a:t>反思（reflection）是优化器模型阅读轨迹并归纳 Skill 应该怎样修改。</a:t>
            </a:r>
            <a:endParaRPr lang="zh-CN" altLang="en-US">
              <a:sym typeface="+mn-ea"/>
            </a:endParaRPr>
          </a:p>
        </p:txBody>
      </p:sp>
      <p:sp>
        <p:nvSpPr>
          <p:cNvPr id="10" name="矩形 9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701675" y="2105025"/>
            <a:ext cx="5107940" cy="355917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rgbClr val="BFC7D1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767715" y="2200275"/>
            <a:ext cx="49085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p>
            <a:pPr algn="l">
              <a:lnSpc>
                <a:spcPct val="110000"/>
              </a:lnSpc>
              <a:buNone/>
              <a:defRPr sz="975" b="1">
                <a:solidFill>
                  <a:srgbClr val="7A7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skillopt/</a:t>
            </a:r>
            <a:r>
              <a:rPr lang="en-US"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reflect</a:t>
            </a:r>
            <a:r>
              <a: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.py</a:t>
            </a:r>
            <a:endParaRPr sz="9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67715" y="2492375"/>
            <a:ext cx="4932045" cy="30873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sz="1400">
                <a:latin typeface="JetBrains Mono NL Medium" panose="02000009000000000000" charset="0"/>
                <a:ea typeface="微软雅黑" panose="020B0503020204020204" charset="-122"/>
                <a:cs typeface="JetBrains Mono NL Medium" panose="02000009000000000000" charset="0"/>
              </a:rPr>
              <a:t>failures = [r for r in results if not r.get("hard")]</a:t>
            </a:r>
            <a:endParaRPr sz="1400">
              <a:latin typeface="JetBrains Mono NL Medium" panose="02000009000000000000" charset="0"/>
              <a:ea typeface="微软雅黑" panose="020B0503020204020204" charset="-122"/>
              <a:cs typeface="JetBrains Mono NL Medium" panose="02000009000000000000" charset="0"/>
            </a:endParaRPr>
          </a:p>
          <a:p>
            <a:r>
              <a:rPr sz="1400">
                <a:latin typeface="JetBrains Mono NL Medium" panose="02000009000000000000" charset="0"/>
                <a:ea typeface="微软雅黑" panose="020B0503020204020204" charset="-122"/>
                <a:cs typeface="JetBrains Mono NL Medium" panose="02000009000000000000" charset="0"/>
              </a:rPr>
              <a:t>successes = [r for r in results if r.get("hard")]</a:t>
            </a:r>
            <a:endParaRPr sz="1400">
              <a:latin typeface="JetBrains Mono NL Medium" panose="02000009000000000000" charset="0"/>
              <a:ea typeface="微软雅黑" panose="020B0503020204020204" charset="-122"/>
              <a:cs typeface="JetBrains Mono NL Medium" panose="02000009000000000000" charset="0"/>
            </a:endParaRPr>
          </a:p>
          <a:p>
            <a:endParaRPr sz="1400">
              <a:latin typeface="JetBrains Mono NL Medium" panose="02000009000000000000" charset="0"/>
              <a:ea typeface="微软雅黑" panose="020B0503020204020204" charset="-122"/>
              <a:cs typeface="JetBrains Mono NL Medium" panose="02000009000000000000" charset="0"/>
            </a:endParaRPr>
          </a:p>
          <a:p>
            <a:r>
              <a:rPr sz="1400">
                <a:latin typeface="JetBrains Mono NL Medium" panose="02000009000000000000" charset="0"/>
                <a:ea typeface="微软雅黑" panose="020B0503020204020204" charset="-122"/>
                <a:cs typeface="JetBrains Mono NL Medium" panose="02000009000000000000" charset="0"/>
              </a:rPr>
              <a:t>fail_batches = _split_minibatches(failures, minibatch_size)</a:t>
            </a:r>
            <a:endParaRPr sz="1400">
              <a:latin typeface="JetBrains Mono NL Medium" panose="02000009000000000000" charset="0"/>
              <a:ea typeface="微软雅黑" panose="020B0503020204020204" charset="-122"/>
              <a:cs typeface="JetBrains Mono NL Medium" panose="02000009000000000000" charset="0"/>
            </a:endParaRPr>
          </a:p>
          <a:p>
            <a:r>
              <a:rPr sz="1400">
                <a:latin typeface="JetBrains Mono NL Medium" panose="02000009000000000000" charset="0"/>
                <a:ea typeface="微软雅黑" panose="020B0503020204020204" charset="-122"/>
                <a:cs typeface="JetBrains Mono NL Medium" panose="02000009000000000000" charset="0"/>
              </a:rPr>
              <a:t>succ_batches = _split_minibatches(successes, minibatch_size)</a:t>
            </a:r>
            <a:endParaRPr sz="1400">
              <a:latin typeface="JetBrains Mono NL Medium" panose="02000009000000000000" charset="0"/>
              <a:ea typeface="微软雅黑" panose="020B0503020204020204" charset="-122"/>
              <a:cs typeface="JetBrains Mono NL Medium" panose="02000009000000000000" charset="0"/>
            </a:endParaRPr>
          </a:p>
          <a:p>
            <a:endParaRPr sz="1400">
              <a:latin typeface="JetBrains Mono NL Medium" panose="02000009000000000000" charset="0"/>
              <a:ea typeface="微软雅黑" panose="020B0503020204020204" charset="-122"/>
              <a:cs typeface="JetBrains Mono NL Medium" panose="02000009000000000000" charset="0"/>
            </a:endParaRPr>
          </a:p>
          <a:p>
            <a:r>
              <a:rPr sz="1400">
                <a:latin typeface="JetBrains Mono NL Medium" panose="02000009000000000000" charset="0"/>
                <a:ea typeface="微软雅黑" panose="020B0503020204020204" charset="-122"/>
                <a:cs typeface="JetBrains Mono NL Medium" panose="02000009000000000000" charset="0"/>
              </a:rPr>
              <a:t>with ThreadPoolExecutor(max_workers=workers) as ex:</a:t>
            </a:r>
            <a:endParaRPr sz="1400">
              <a:latin typeface="JetBrains Mono NL Medium" panose="02000009000000000000" charset="0"/>
              <a:ea typeface="微软雅黑" panose="020B0503020204020204" charset="-122"/>
              <a:cs typeface="JetBrains Mono NL Medium" panose="02000009000000000000" charset="0"/>
            </a:endParaRPr>
          </a:p>
          <a:p>
            <a:r>
              <a:rPr sz="1400">
                <a:latin typeface="JetBrains Mono NL Medium" panose="02000009000000000000" charset="0"/>
                <a:ea typeface="微软雅黑" panose="020B0503020204020204" charset="-122"/>
                <a:cs typeface="JetBrains Mono NL Medium" panose="02000009000000000000" charset="0"/>
              </a:rPr>
              <a:t>    # 并行分析 failure / success minibatches</a:t>
            </a:r>
            <a:endParaRPr sz="1400">
              <a:latin typeface="JetBrains Mono NL Medium" panose="02000009000000000000" charset="0"/>
              <a:ea typeface="微软雅黑" panose="020B0503020204020204" charset="-122"/>
              <a:cs typeface="JetBrains Mono NL Medium" panose="02000009000000000000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023610" y="5012690"/>
            <a:ext cx="23526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先分组，再并行</a:t>
            </a:r>
            <a:r>
              <a:rPr lang="zh-CN" altLang="en-US"/>
              <a:t>反思</a:t>
            </a:r>
            <a:endParaRPr lang="zh-CN" altLang="en-US"/>
          </a:p>
        </p:txBody>
      </p:sp>
    </p:spTree>
    <p:custDataLst>
      <p:tags r:id="rId6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2" name="组合 21"/>
          <p:cNvGrpSpPr/>
          <p:nvPr userDrawn="1">
            <p:custDataLst>
              <p:tags r:id="rId1"/>
            </p:custDataLst>
          </p:nvPr>
        </p:nvGrpSpPr>
        <p:grpSpPr>
          <a:xfrm>
            <a:off x="4001597" y="6045200"/>
            <a:ext cx="8190403" cy="812800"/>
            <a:chOff x="4001597" y="5613400"/>
            <a:chExt cx="8190403" cy="1244600"/>
          </a:xfrm>
        </p:grpSpPr>
        <p:sp>
          <p:nvSpPr>
            <p:cNvPr id="23" name="任意多边形: 形状 8"/>
            <p:cNvSpPr/>
            <p:nvPr>
              <p:custDataLst>
                <p:tags r:id="rId2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4" name="等腰三角形 23"/>
            <p:cNvSpPr/>
            <p:nvPr>
              <p:custDataLst>
                <p:tags r:id="rId3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3" name="矩形 2"/>
          <p:cNvSpPr>
            <a:spLocks noGrp="1"/>
          </p:cNvSpPr>
          <p:nvPr/>
        </p:nvSpPr>
        <p:spPr>
          <a:xfrm>
            <a:off x="685800" y="123825"/>
            <a:ext cx="447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0000"/>
              </a:lnSpc>
              <a:buNone/>
              <a:defRPr sz="1050" b="1">
                <a:solidFill>
                  <a:srgbClr val="DDEB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r>
              <a:rPr lang="en-US" sz="10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  <a:r>
              <a:rPr sz="10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Code</a:t>
            </a:r>
            <a:endParaRPr sz="105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8134350" y="123825"/>
            <a:ext cx="238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lnSpc>
                <a:spcPct val="110000"/>
              </a:lnSpc>
              <a:buNone/>
              <a:defRPr sz="975" b="0">
                <a:solidFill>
                  <a:srgbClr val="DDEB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SkillOpt · Paper Reading</a:t>
            </a:r>
            <a:endParaRPr sz="975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85800" y="685800"/>
            <a:ext cx="10287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0000"/>
              </a:lnSpc>
              <a:buNone/>
              <a:defRPr sz="2625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sym typeface="+mn-ea"/>
              </a:rPr>
              <a:t>Backward Pass：小批次反思产生文本梯度</a:t>
            </a:r>
            <a:endParaRPr sz="2625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695325" y="1695450"/>
            <a:ext cx="8366125" cy="39973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rgbClr val="BFC7D1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828675" y="1790700"/>
            <a:ext cx="6591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0000"/>
              </a:lnSpc>
              <a:buNone/>
              <a:defRPr sz="975" b="1">
                <a:solidFill>
                  <a:srgbClr val="7A7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skillopt/types.py</a:t>
            </a:r>
            <a:endParaRPr sz="9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28675" y="2038350"/>
            <a:ext cx="7875270" cy="3467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3000"/>
              </a:lnSpc>
              <a:buNone/>
              <a:defRPr sz="1000" b="0">
                <a:solidFill>
                  <a:srgbClr val="102033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400" b="0">
                <a:solidFill>
                  <a:schemeClr val="tx1"/>
                </a:solidFill>
                <a:latin typeface="JetBrains Mono NL Medium" panose="02000009000000000000" charset="0"/>
                <a:ea typeface="微软雅黑" panose="020B0503020204020204" charset="-122"/>
                <a:cs typeface="JetBrains Mono NL Medium" panose="02000009000000000000" charset="0"/>
              </a:rPr>
              <a:t>EditOp = Literal["append", "insert_after", "replace", "delete"]</a:t>
            </a:r>
            <a:endParaRPr sz="1400" b="0">
              <a:solidFill>
                <a:schemeClr val="tx1"/>
              </a:solidFill>
              <a:latin typeface="JetBrains Mono NL Medium" panose="02000009000000000000" charset="0"/>
              <a:ea typeface="微软雅黑" panose="020B0503020204020204" charset="-122"/>
              <a:cs typeface="JetBrains Mono NL Medium" panose="02000009000000000000" charset="0"/>
            </a:endParaRPr>
          </a:p>
          <a:p>
            <a:endParaRPr sz="1400">
              <a:latin typeface="JetBrains Mono NL Medium" panose="02000009000000000000" charset="0"/>
              <a:ea typeface="微软雅黑" panose="020B0503020204020204" charset="-122"/>
              <a:cs typeface="JetBrains Mono NL Medium" panose="02000009000000000000" charset="0"/>
            </a:endParaRPr>
          </a:p>
          <a:p>
            <a:pPr algn="l">
              <a:lnSpc>
                <a:spcPct val="103000"/>
              </a:lnSpc>
              <a:buNone/>
              <a:defRPr sz="1000" b="0">
                <a:solidFill>
                  <a:srgbClr val="102033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400" b="0">
                <a:solidFill>
                  <a:schemeClr val="tx1"/>
                </a:solidFill>
                <a:latin typeface="JetBrains Mono NL Medium" panose="02000009000000000000" charset="0"/>
                <a:ea typeface="微软雅黑" panose="020B0503020204020204" charset="-122"/>
                <a:cs typeface="JetBrains Mono NL Medium" panose="02000009000000000000" charset="0"/>
              </a:rPr>
              <a:t>@dataclass</a:t>
            </a:r>
            <a:endParaRPr sz="1400" b="0">
              <a:solidFill>
                <a:schemeClr val="tx1"/>
              </a:solidFill>
              <a:latin typeface="JetBrains Mono NL Medium" panose="02000009000000000000" charset="0"/>
              <a:ea typeface="微软雅黑" panose="020B0503020204020204" charset="-122"/>
              <a:cs typeface="JetBrains Mono NL Medium" panose="02000009000000000000" charset="0"/>
            </a:endParaRPr>
          </a:p>
          <a:p>
            <a:pPr algn="l">
              <a:lnSpc>
                <a:spcPct val="103000"/>
              </a:lnSpc>
              <a:buNone/>
              <a:defRPr sz="1000" b="0">
                <a:solidFill>
                  <a:srgbClr val="102033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400" b="0">
                <a:solidFill>
                  <a:schemeClr val="tx1"/>
                </a:solidFill>
                <a:latin typeface="JetBrains Mono NL Medium" panose="02000009000000000000" charset="0"/>
                <a:ea typeface="微软雅黑" panose="020B0503020204020204" charset="-122"/>
                <a:cs typeface="JetBrains Mono NL Medium" panose="02000009000000000000" charset="0"/>
              </a:rPr>
              <a:t>class Edit:</a:t>
            </a:r>
            <a:endParaRPr sz="1400" b="0">
              <a:solidFill>
                <a:schemeClr val="tx1"/>
              </a:solidFill>
              <a:latin typeface="JetBrains Mono NL Medium" panose="02000009000000000000" charset="0"/>
              <a:ea typeface="微软雅黑" panose="020B0503020204020204" charset="-122"/>
              <a:cs typeface="JetBrains Mono NL Medium" panose="02000009000000000000" charset="0"/>
            </a:endParaRPr>
          </a:p>
          <a:p>
            <a:pPr algn="l">
              <a:lnSpc>
                <a:spcPct val="103000"/>
              </a:lnSpc>
              <a:buNone/>
              <a:defRPr sz="1000" b="0">
                <a:solidFill>
                  <a:srgbClr val="102033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400" b="0">
                <a:solidFill>
                  <a:schemeClr val="tx1"/>
                </a:solidFill>
                <a:latin typeface="JetBrains Mono NL Medium" panose="02000009000000000000" charset="0"/>
                <a:ea typeface="微软雅黑" panose="020B0503020204020204" charset="-122"/>
                <a:cs typeface="JetBrains Mono NL Medium" panose="02000009000000000000" charset="0"/>
              </a:rPr>
              <a:t>    op: EditOp                 # 修改类型</a:t>
            </a:r>
            <a:endParaRPr sz="1400" b="0">
              <a:solidFill>
                <a:schemeClr val="tx1"/>
              </a:solidFill>
              <a:latin typeface="JetBrains Mono NL Medium" panose="02000009000000000000" charset="0"/>
              <a:ea typeface="微软雅黑" panose="020B0503020204020204" charset="-122"/>
              <a:cs typeface="JetBrains Mono NL Medium" panose="02000009000000000000" charset="0"/>
            </a:endParaRPr>
          </a:p>
          <a:p>
            <a:pPr algn="l">
              <a:lnSpc>
                <a:spcPct val="103000"/>
              </a:lnSpc>
              <a:buNone/>
              <a:defRPr sz="1000" b="0">
                <a:solidFill>
                  <a:srgbClr val="102033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400" b="0">
                <a:solidFill>
                  <a:schemeClr val="tx1"/>
                </a:solidFill>
                <a:latin typeface="JetBrains Mono NL Medium" panose="02000009000000000000" charset="0"/>
                <a:ea typeface="微软雅黑" panose="020B0503020204020204" charset="-122"/>
                <a:cs typeface="JetBrains Mono NL Medium" panose="02000009000000000000" charset="0"/>
              </a:rPr>
              <a:t>    content: str = ""          # 写入的新内容</a:t>
            </a:r>
            <a:endParaRPr sz="1400" b="0">
              <a:solidFill>
                <a:schemeClr val="tx1"/>
              </a:solidFill>
              <a:latin typeface="JetBrains Mono NL Medium" panose="02000009000000000000" charset="0"/>
              <a:ea typeface="微软雅黑" panose="020B0503020204020204" charset="-122"/>
              <a:cs typeface="JetBrains Mono NL Medium" panose="02000009000000000000" charset="0"/>
            </a:endParaRPr>
          </a:p>
          <a:p>
            <a:pPr algn="l">
              <a:lnSpc>
                <a:spcPct val="103000"/>
              </a:lnSpc>
              <a:buNone/>
              <a:defRPr sz="1000" b="0">
                <a:solidFill>
                  <a:srgbClr val="102033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400" b="0">
                <a:solidFill>
                  <a:schemeClr val="tx1"/>
                </a:solidFill>
                <a:latin typeface="JetBrains Mono NL Medium" panose="02000009000000000000" charset="0"/>
                <a:ea typeface="微软雅黑" panose="020B0503020204020204" charset="-122"/>
                <a:cs typeface="JetBrains Mono NL Medium" panose="02000009000000000000" charset="0"/>
              </a:rPr>
              <a:t>    target: str = ""           # 定位原文位置</a:t>
            </a:r>
            <a:endParaRPr sz="1400" b="0">
              <a:solidFill>
                <a:schemeClr val="tx1"/>
              </a:solidFill>
              <a:latin typeface="JetBrains Mono NL Medium" panose="02000009000000000000" charset="0"/>
              <a:ea typeface="微软雅黑" panose="020B0503020204020204" charset="-122"/>
              <a:cs typeface="JetBrains Mono NL Medium" panose="02000009000000000000" charset="0"/>
            </a:endParaRPr>
          </a:p>
          <a:p>
            <a:pPr algn="l">
              <a:lnSpc>
                <a:spcPct val="103000"/>
              </a:lnSpc>
              <a:buNone/>
              <a:defRPr sz="1000" b="0">
                <a:solidFill>
                  <a:srgbClr val="102033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400" b="0">
                <a:solidFill>
                  <a:schemeClr val="tx1"/>
                </a:solidFill>
                <a:latin typeface="JetBrains Mono NL Medium" panose="02000009000000000000" charset="0"/>
                <a:ea typeface="微软雅黑" panose="020B0503020204020204" charset="-122"/>
                <a:cs typeface="JetBrains Mono NL Medium" panose="02000009000000000000" charset="0"/>
              </a:rPr>
              <a:t>    support_count: int | None = None</a:t>
            </a:r>
            <a:endParaRPr sz="1400" b="0">
              <a:solidFill>
                <a:schemeClr val="tx1"/>
              </a:solidFill>
              <a:latin typeface="JetBrains Mono NL Medium" panose="02000009000000000000" charset="0"/>
              <a:ea typeface="微软雅黑" panose="020B0503020204020204" charset="-122"/>
              <a:cs typeface="JetBrains Mono NL Medium" panose="02000009000000000000" charset="0"/>
            </a:endParaRPr>
          </a:p>
          <a:p>
            <a:pPr algn="l">
              <a:lnSpc>
                <a:spcPct val="103000"/>
              </a:lnSpc>
              <a:buNone/>
              <a:defRPr sz="1000" b="0">
                <a:solidFill>
                  <a:srgbClr val="102033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400" b="0">
                <a:solidFill>
                  <a:schemeClr val="tx1"/>
                </a:solidFill>
                <a:latin typeface="JetBrains Mono NL Medium" panose="02000009000000000000" charset="0"/>
                <a:ea typeface="微软雅黑" panose="020B0503020204020204" charset="-122"/>
                <a:cs typeface="JetBrains Mono NL Medium" panose="02000009000000000000" charset="0"/>
              </a:rPr>
              <a:t>    source_type: Literal["failure", "success"] | None = None</a:t>
            </a:r>
            <a:endParaRPr sz="1400" b="0">
              <a:solidFill>
                <a:schemeClr val="tx1"/>
              </a:solidFill>
              <a:latin typeface="JetBrains Mono NL Medium" panose="02000009000000000000" charset="0"/>
              <a:ea typeface="微软雅黑" panose="020B0503020204020204" charset="-122"/>
              <a:cs typeface="JetBrains Mono NL Medium" panose="02000009000000000000" charset="0"/>
            </a:endParaRPr>
          </a:p>
          <a:p>
            <a:pPr algn="l">
              <a:lnSpc>
                <a:spcPct val="103000"/>
              </a:lnSpc>
              <a:buNone/>
              <a:defRPr sz="1000" b="0">
                <a:solidFill>
                  <a:srgbClr val="102033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400" b="0">
                <a:solidFill>
                  <a:schemeClr val="tx1"/>
                </a:solidFill>
                <a:latin typeface="JetBrains Mono NL Medium" panose="02000009000000000000" charset="0"/>
                <a:ea typeface="微软雅黑" panose="020B0503020204020204" charset="-122"/>
                <a:cs typeface="JetBrains Mono NL Medium" panose="02000009000000000000" charset="0"/>
              </a:rPr>
              <a:t>    # 记录修改来自失败样本还是成功样本</a:t>
            </a:r>
            <a:endParaRPr sz="1400" b="0">
              <a:solidFill>
                <a:schemeClr val="tx1"/>
              </a:solidFill>
              <a:latin typeface="JetBrains Mono NL Medium" panose="02000009000000000000" charset="0"/>
              <a:ea typeface="微软雅黑" panose="020B0503020204020204" charset="-122"/>
              <a:cs typeface="JetBrains Mono NL Medium" panose="02000009000000000000" charset="0"/>
            </a:endParaRPr>
          </a:p>
          <a:p>
            <a:endParaRPr sz="1400">
              <a:latin typeface="JetBrains Mono NL Medium" panose="02000009000000000000" charset="0"/>
              <a:ea typeface="微软雅黑" panose="020B0503020204020204" charset="-122"/>
              <a:cs typeface="JetBrains Mono NL Medium" panose="02000009000000000000" charset="0"/>
            </a:endParaRPr>
          </a:p>
          <a:p>
            <a:pPr algn="l">
              <a:lnSpc>
                <a:spcPct val="103000"/>
              </a:lnSpc>
              <a:buNone/>
              <a:defRPr sz="1000" b="0">
                <a:solidFill>
                  <a:srgbClr val="102033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400" b="0">
                <a:solidFill>
                  <a:schemeClr val="tx1"/>
                </a:solidFill>
                <a:latin typeface="JetBrains Mono NL Medium" panose="02000009000000000000" charset="0"/>
                <a:ea typeface="微软雅黑" panose="020B0503020204020204" charset="-122"/>
                <a:cs typeface="JetBrains Mono NL Medium" panose="02000009000000000000" charset="0"/>
              </a:rPr>
              <a:t>@dataclass</a:t>
            </a:r>
            <a:endParaRPr sz="1400" b="0">
              <a:solidFill>
                <a:schemeClr val="tx1"/>
              </a:solidFill>
              <a:latin typeface="JetBrains Mono NL Medium" panose="02000009000000000000" charset="0"/>
              <a:ea typeface="微软雅黑" panose="020B0503020204020204" charset="-122"/>
              <a:cs typeface="JetBrains Mono NL Medium" panose="02000009000000000000" charset="0"/>
            </a:endParaRPr>
          </a:p>
          <a:p>
            <a:pPr algn="l">
              <a:lnSpc>
                <a:spcPct val="103000"/>
              </a:lnSpc>
              <a:buNone/>
              <a:defRPr sz="1000" b="0">
                <a:solidFill>
                  <a:srgbClr val="102033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400" b="0">
                <a:solidFill>
                  <a:schemeClr val="tx1"/>
                </a:solidFill>
                <a:latin typeface="JetBrains Mono NL Medium" panose="02000009000000000000" charset="0"/>
                <a:ea typeface="微软雅黑" panose="020B0503020204020204" charset="-122"/>
                <a:cs typeface="JetBrains Mono NL Medium" panose="02000009000000000000" charset="0"/>
              </a:rPr>
              <a:t>class Patch:</a:t>
            </a:r>
            <a:endParaRPr sz="1400" b="0">
              <a:solidFill>
                <a:schemeClr val="tx1"/>
              </a:solidFill>
              <a:latin typeface="JetBrains Mono NL Medium" panose="02000009000000000000" charset="0"/>
              <a:ea typeface="微软雅黑" panose="020B0503020204020204" charset="-122"/>
              <a:cs typeface="JetBrains Mono NL Medium" panose="02000009000000000000" charset="0"/>
            </a:endParaRPr>
          </a:p>
          <a:p>
            <a:pPr algn="l">
              <a:lnSpc>
                <a:spcPct val="103000"/>
              </a:lnSpc>
              <a:buNone/>
              <a:defRPr sz="1000" b="0">
                <a:solidFill>
                  <a:srgbClr val="102033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400" b="0">
                <a:solidFill>
                  <a:schemeClr val="tx1"/>
                </a:solidFill>
                <a:latin typeface="JetBrains Mono NL Medium" panose="02000009000000000000" charset="0"/>
                <a:ea typeface="微软雅黑" panose="020B0503020204020204" charset="-122"/>
                <a:cs typeface="JetBrains Mono NL Medium" panose="02000009000000000000" charset="0"/>
              </a:rPr>
              <a:t>    edits: list[Edit] = field(default_factory=list)</a:t>
            </a:r>
            <a:endParaRPr sz="1400" b="0">
              <a:solidFill>
                <a:schemeClr val="tx1"/>
              </a:solidFill>
              <a:latin typeface="JetBrains Mono NL Medium" panose="02000009000000000000" charset="0"/>
              <a:ea typeface="微软雅黑" panose="020B0503020204020204" charset="-122"/>
              <a:cs typeface="JetBrains Mono NL Medium" panose="02000009000000000000" charset="0"/>
            </a:endParaRPr>
          </a:p>
          <a:p>
            <a:pPr algn="l">
              <a:lnSpc>
                <a:spcPct val="103000"/>
              </a:lnSpc>
              <a:buNone/>
              <a:defRPr sz="1000" b="0">
                <a:solidFill>
                  <a:srgbClr val="102033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400" b="0">
                <a:solidFill>
                  <a:schemeClr val="tx1"/>
                </a:solidFill>
                <a:latin typeface="JetBrains Mono NL Medium" panose="02000009000000000000" charset="0"/>
                <a:ea typeface="微软雅黑" panose="020B0503020204020204" charset="-122"/>
                <a:cs typeface="JetBrains Mono NL Medium" panose="02000009000000000000" charset="0"/>
              </a:rPr>
              <a:t>    reasoning: str = ""        # 保留修改理由，方便审计</a:t>
            </a:r>
            <a:endParaRPr sz="1400" b="0">
              <a:solidFill>
                <a:schemeClr val="tx1"/>
              </a:solidFill>
              <a:latin typeface="JetBrains Mono NL Medium" panose="02000009000000000000" charset="0"/>
              <a:ea typeface="微软雅黑" panose="020B0503020204020204" charset="-122"/>
              <a:cs typeface="JetBrains Mono NL Medium" panose="02000009000000000000" charset="0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685800" y="126873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每个小批次输出一个结构化补丁（patch）：</a:t>
            </a:r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685800" y="5751195"/>
            <a:ext cx="771271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Patch 不是一篇完整的新 Skill，而是对当前 Skill 的一组局部修改。</a:t>
            </a:r>
            <a:endParaRPr lang="zh-CN" altLang="en-US"/>
          </a:p>
        </p:txBody>
      </p:sp>
    </p:spTree>
    <p:custDataLst>
      <p:tags r:id="rId5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2" name="组合 21"/>
          <p:cNvGrpSpPr/>
          <p:nvPr userDrawn="1">
            <p:custDataLst>
              <p:tags r:id="rId1"/>
            </p:custDataLst>
          </p:nvPr>
        </p:nvGrpSpPr>
        <p:grpSpPr>
          <a:xfrm>
            <a:off x="4001597" y="6045200"/>
            <a:ext cx="8190403" cy="812800"/>
            <a:chOff x="4001597" y="5613400"/>
            <a:chExt cx="8190403" cy="1244600"/>
          </a:xfrm>
        </p:grpSpPr>
        <p:sp>
          <p:nvSpPr>
            <p:cNvPr id="23" name="任意多边形: 形状 8"/>
            <p:cNvSpPr/>
            <p:nvPr>
              <p:custDataLst>
                <p:tags r:id="rId2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4" name="等腰三角形 23"/>
            <p:cNvSpPr/>
            <p:nvPr>
              <p:custDataLst>
                <p:tags r:id="rId3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3" name="矩形 2"/>
          <p:cNvSpPr>
            <a:spLocks noGrp="1"/>
          </p:cNvSpPr>
          <p:nvPr/>
        </p:nvSpPr>
        <p:spPr>
          <a:xfrm>
            <a:off x="685800" y="123825"/>
            <a:ext cx="447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0000"/>
              </a:lnSpc>
              <a:buNone/>
              <a:defRPr sz="1050" b="1">
                <a:solidFill>
                  <a:srgbClr val="DDEB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r>
              <a:rPr lang="en-US" sz="10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</a:t>
            </a:r>
            <a:r>
              <a:rPr sz="10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Code</a:t>
            </a:r>
            <a:endParaRPr sz="105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8134350" y="123825"/>
            <a:ext cx="238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lnSpc>
                <a:spcPct val="110000"/>
              </a:lnSpc>
              <a:buNone/>
              <a:defRPr sz="975" b="0">
                <a:solidFill>
                  <a:srgbClr val="DDEB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SkillOpt · Paper Reading</a:t>
            </a:r>
            <a:endParaRPr sz="975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695325" y="3068955"/>
            <a:ext cx="6891020" cy="13843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rgbClr val="BFC7D1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828675" y="3164205"/>
            <a:ext cx="6591300" cy="1854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0000"/>
              </a:lnSpc>
              <a:buNone/>
              <a:defRPr sz="975" b="1">
                <a:solidFill>
                  <a:srgbClr val="7A7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skillopt/aggregate.py</a:t>
            </a:r>
            <a:endParaRPr sz="9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28675" y="3411855"/>
            <a:ext cx="6386195" cy="1041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indent="457200" algn="l">
              <a:lnSpc>
                <a:spcPct val="103000"/>
              </a:lnSpc>
              <a:buNone/>
              <a:defRPr sz="1000" b="0">
                <a:solidFill>
                  <a:srgbClr val="102033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400" b="0">
                <a:solidFill>
                  <a:schemeClr val="tx1"/>
                </a:solidFill>
                <a:latin typeface="JetBrains Mono NL Medium" panose="02000009000000000000" charset="0"/>
                <a:ea typeface="微软雅黑" panose="020B0503020204020204" charset="-122"/>
                <a:cs typeface="JetBrains Mono NL Medium" panose="02000009000000000000" charset="0"/>
              </a:rPr>
              <a:t>failure_merged = _hierarchical_merge(failure_patches)</a:t>
            </a:r>
            <a:endParaRPr sz="1400" b="0">
              <a:solidFill>
                <a:schemeClr val="tx1"/>
              </a:solidFill>
              <a:latin typeface="JetBrains Mono NL Medium" panose="02000009000000000000" charset="0"/>
              <a:ea typeface="微软雅黑" panose="020B0503020204020204" charset="-122"/>
              <a:cs typeface="JetBrains Mono NL Medium" panose="02000009000000000000" charset="0"/>
            </a:endParaRPr>
          </a:p>
          <a:p>
            <a:pPr indent="457200" algn="l">
              <a:lnSpc>
                <a:spcPct val="103000"/>
              </a:lnSpc>
              <a:buNone/>
              <a:defRPr sz="1000" b="0">
                <a:solidFill>
                  <a:srgbClr val="102033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400" b="0">
                <a:solidFill>
                  <a:schemeClr val="tx1"/>
                </a:solidFill>
                <a:latin typeface="JetBrains Mono NL Medium" panose="02000009000000000000" charset="0"/>
                <a:ea typeface="微软雅黑" panose="020B0503020204020204" charset="-122"/>
                <a:cs typeface="JetBrains Mono NL Medium" panose="02000009000000000000" charset="0"/>
              </a:rPr>
              <a:t>success_merged = _hierarchical_merge(success_patches)</a:t>
            </a:r>
            <a:endParaRPr sz="1400" b="0">
              <a:solidFill>
                <a:schemeClr val="tx1"/>
              </a:solidFill>
              <a:latin typeface="JetBrains Mono NL Medium" panose="02000009000000000000" charset="0"/>
              <a:ea typeface="微软雅黑" panose="020B0503020204020204" charset="-122"/>
              <a:cs typeface="JetBrains Mono NL Medium" panose="02000009000000000000" charset="0"/>
            </a:endParaRPr>
          </a:p>
          <a:p>
            <a:pPr algn="l">
              <a:lnSpc>
                <a:spcPct val="103000"/>
              </a:lnSpc>
              <a:buNone/>
              <a:defRPr sz="1000" b="0">
                <a:solidFill>
                  <a:srgbClr val="102033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endParaRPr sz="1400" b="0">
              <a:solidFill>
                <a:schemeClr val="tx1"/>
              </a:solidFill>
              <a:latin typeface="JetBrains Mono NL Medium" panose="02000009000000000000" charset="0"/>
              <a:ea typeface="微软雅黑" panose="020B0503020204020204" charset="-122"/>
              <a:cs typeface="JetBrains Mono NL Medium" panose="02000009000000000000" charset="0"/>
            </a:endParaRPr>
          </a:p>
          <a:p>
            <a:pPr indent="457200" algn="l">
              <a:lnSpc>
                <a:spcPct val="103000"/>
              </a:lnSpc>
              <a:buNone/>
              <a:defRPr sz="1000" b="0">
                <a:solidFill>
                  <a:srgbClr val="102033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400" b="0">
                <a:solidFill>
                  <a:schemeClr val="tx1"/>
                </a:solidFill>
                <a:latin typeface="JetBrains Mono NL Medium" panose="02000009000000000000" charset="0"/>
                <a:ea typeface="微软雅黑" panose="020B0503020204020204" charset="-122"/>
                <a:cs typeface="JetBrains Mono NL Medium" panose="02000009000000000000" charset="0"/>
              </a:rPr>
              <a:t>final = merge(failure_merged, success_merged)</a:t>
            </a:r>
            <a:r>
              <a:rPr lang="en-US" sz="1400" b="0">
                <a:solidFill>
                  <a:schemeClr val="tx1"/>
                </a:solidFill>
                <a:latin typeface="JetBrains Mono NL Medium" panose="02000009000000000000" charset="0"/>
                <a:ea typeface="微软雅黑" panose="020B0503020204020204" charset="-122"/>
                <a:cs typeface="JetBrains Mono NL Medium" panose="02000009000000000000" charset="0"/>
              </a:rPr>
              <a:t> </a:t>
            </a:r>
            <a:endParaRPr sz="1400" b="0">
              <a:solidFill>
                <a:schemeClr val="tx1"/>
              </a:solidFill>
              <a:latin typeface="JetBrains Mono NL Medium" panose="02000009000000000000" charset="0"/>
              <a:ea typeface="微软雅黑" panose="020B0503020204020204" charset="-122"/>
              <a:cs typeface="JetBrains Mono NL Medium" panose="02000009000000000000" charset="0"/>
            </a:endParaRPr>
          </a:p>
        </p:txBody>
      </p:sp>
      <p:sp>
        <p:nvSpPr>
          <p:cNvPr id="7" name="矩形 6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685800" y="685800"/>
            <a:ext cx="10287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p>
            <a:pPr algn="l">
              <a:lnSpc>
                <a:spcPct val="100000"/>
              </a:lnSpc>
              <a:buNone/>
              <a:defRPr sz="2625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sym typeface="+mn-ea"/>
              </a:rPr>
              <a:t>Patch Aggregation：分层合并修改建议</a:t>
            </a:r>
            <a:endParaRPr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95325" y="1469390"/>
            <a:ext cx="6096000" cy="1476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多个小批次可能提出：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1.</a:t>
            </a:r>
            <a:r>
              <a:rPr lang="zh-CN" altLang="en-US"/>
              <a:t>含义重复的规则；</a:t>
            </a:r>
            <a:endParaRPr lang="zh-CN" altLang="en-US"/>
          </a:p>
          <a:p>
            <a:r>
              <a:rPr lang="en-US" altLang="zh-CN"/>
              <a:t>2.</a:t>
            </a:r>
            <a:r>
              <a:rPr lang="zh-CN" altLang="en-US"/>
              <a:t>互相冲突的修改；</a:t>
            </a:r>
            <a:endParaRPr lang="zh-CN" altLang="en-US"/>
          </a:p>
          <a:p>
            <a:r>
              <a:rPr lang="en-US" altLang="zh-CN"/>
              <a:t>3.</a:t>
            </a:r>
            <a:r>
              <a:rPr lang="zh-CN" altLang="en-US"/>
              <a:t>只适用于单个样本的建议。</a:t>
            </a:r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5735955" y="1469390"/>
            <a:ext cx="6096000" cy="18065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/>
              <a:t>所以系统不会直接拼接所有 patch，而是：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合并失败轨迹产生的修正；</a:t>
            </a:r>
            <a:endParaRPr lang="zh-CN" altLang="en-US"/>
          </a:p>
          <a:p>
            <a:r>
              <a:rPr lang="zh-CN" altLang="en-US"/>
              <a:t>合并成功轨迹产生的强化规则；</a:t>
            </a:r>
            <a:endParaRPr lang="zh-CN" altLang="en-US"/>
          </a:p>
          <a:p>
            <a:r>
              <a:rPr lang="zh-CN" altLang="en-US"/>
              <a:t>再合并这两组，并优先处理已经观察到的失败。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695325" y="462280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同一层的 merge batch 并行执行，多个层级逐渐压缩</a:t>
            </a:r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695325" y="5229225"/>
            <a:ext cx="812546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aggregate 不是字符串拼接，而是再次让 LLM 承担结构化协调器。</a:t>
            </a:r>
            <a:endParaRPr lang="zh-CN" altLang="en-US"/>
          </a:p>
        </p:txBody>
      </p:sp>
    </p:spTree>
    <p:custDataLst>
      <p:tags r:id="rId6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5" name="组合 24"/>
          <p:cNvGrpSpPr/>
          <p:nvPr userDrawn="1">
            <p:custDataLst>
              <p:tags r:id="rId1"/>
            </p:custDataLst>
          </p:nvPr>
        </p:nvGrpSpPr>
        <p:grpSpPr>
          <a:xfrm>
            <a:off x="4001597" y="6045200"/>
            <a:ext cx="8190403" cy="812800"/>
            <a:chOff x="4001597" y="5613400"/>
            <a:chExt cx="8190403" cy="1244600"/>
          </a:xfrm>
        </p:grpSpPr>
        <p:sp>
          <p:nvSpPr>
            <p:cNvPr id="26" name="任意多边形: 形状 8"/>
            <p:cNvSpPr/>
            <p:nvPr>
              <p:custDataLst>
                <p:tags r:id="rId2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7" name="等腰三角形 26"/>
            <p:cNvSpPr/>
            <p:nvPr>
              <p:custDataLst>
                <p:tags r:id="rId3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3" name="矩形 2"/>
          <p:cNvSpPr>
            <a:spLocks noGrp="1"/>
          </p:cNvSpPr>
          <p:nvPr/>
        </p:nvSpPr>
        <p:spPr>
          <a:xfrm>
            <a:off x="685800" y="123825"/>
            <a:ext cx="447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0000"/>
              </a:lnSpc>
              <a:buNone/>
              <a:defRPr sz="1050" b="1">
                <a:solidFill>
                  <a:srgbClr val="DDEB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r>
              <a:rPr lang="en-US" sz="10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</a:t>
            </a:r>
            <a:r>
              <a:rPr sz="10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en-US" sz="10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Code</a:t>
            </a:r>
            <a:endParaRPr lang="en-US" sz="105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8134350" y="123825"/>
            <a:ext cx="238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lnSpc>
                <a:spcPct val="110000"/>
              </a:lnSpc>
              <a:buNone/>
              <a:defRPr sz="975" b="0">
                <a:solidFill>
                  <a:srgbClr val="DDEB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SkillOpt · Paper Reading</a:t>
            </a:r>
            <a:endParaRPr sz="975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85800" y="685800"/>
            <a:ext cx="10287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0000"/>
              </a:lnSpc>
              <a:buNone/>
              <a:defRPr sz="2625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sym typeface="+mn-ea"/>
              </a:rPr>
              <a:t>Bounded Text Updates：有界文本更新</a:t>
            </a:r>
            <a:endParaRPr>
              <a:sym typeface="+mn-ea"/>
            </a:endParaRPr>
          </a:p>
        </p:txBody>
      </p:sp>
      <p:sp>
        <p:nvSpPr>
          <p:cNvPr id="8" name="矩形 7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857250" y="1581150"/>
            <a:ext cx="5670550" cy="1524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rgbClr val="BFC7D1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990600" y="1676400"/>
            <a:ext cx="3829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0000"/>
              </a:lnSpc>
              <a:buNone/>
              <a:defRPr sz="975" b="1">
                <a:solidFill>
                  <a:srgbClr val="7A7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configs/_base_/default.yaml</a:t>
            </a:r>
            <a:endParaRPr sz="9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990600" y="1924050"/>
            <a:ext cx="5266690" cy="1085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3000"/>
              </a:lnSpc>
              <a:buNone/>
              <a:defRPr sz="1000" b="0">
                <a:solidFill>
                  <a:srgbClr val="102033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200" b="0">
                <a:solidFill>
                  <a:schemeClr val="tx1"/>
                </a:solidFill>
                <a:latin typeface="JetBrains Mono NL Medium" panose="02000009000000000000" charset="0"/>
                <a:ea typeface="微软雅黑" panose="020B0503020204020204" charset="-122"/>
                <a:cs typeface="JetBrains Mono NL Medium" panose="02000009000000000000" charset="0"/>
              </a:rPr>
              <a:t>optimizer:</a:t>
            </a:r>
            <a:endParaRPr sz="1200" b="0">
              <a:solidFill>
                <a:schemeClr val="tx1"/>
              </a:solidFill>
              <a:latin typeface="JetBrains Mono NL Medium" panose="02000009000000000000" charset="0"/>
              <a:ea typeface="微软雅黑" panose="020B0503020204020204" charset="-122"/>
              <a:cs typeface="JetBrains Mono NL Medium" panose="02000009000000000000" charset="0"/>
            </a:endParaRPr>
          </a:p>
          <a:p>
            <a:pPr algn="l">
              <a:lnSpc>
                <a:spcPct val="103000"/>
              </a:lnSpc>
              <a:buNone/>
              <a:defRPr sz="1000" b="0">
                <a:solidFill>
                  <a:srgbClr val="102033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200" b="0">
                <a:solidFill>
                  <a:schemeClr val="tx1"/>
                </a:solidFill>
                <a:latin typeface="JetBrains Mono NL Medium" panose="02000009000000000000" charset="0"/>
                <a:ea typeface="微软雅黑" panose="020B0503020204020204" charset="-122"/>
                <a:cs typeface="JetBrains Mono NL Medium" panose="02000009000000000000" charset="0"/>
              </a:rPr>
              <a:t>  learning_rate: 4       # 每步最多保留 4 条编辑</a:t>
            </a:r>
            <a:endParaRPr sz="1200" b="0">
              <a:solidFill>
                <a:schemeClr val="tx1"/>
              </a:solidFill>
              <a:latin typeface="JetBrains Mono NL Medium" panose="02000009000000000000" charset="0"/>
              <a:ea typeface="微软雅黑" panose="020B0503020204020204" charset="-122"/>
              <a:cs typeface="JetBrains Mono NL Medium" panose="02000009000000000000" charset="0"/>
            </a:endParaRPr>
          </a:p>
          <a:p>
            <a:pPr algn="l">
              <a:lnSpc>
                <a:spcPct val="103000"/>
              </a:lnSpc>
              <a:buNone/>
              <a:defRPr sz="1000" b="0">
                <a:solidFill>
                  <a:srgbClr val="102033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200" b="0">
                <a:solidFill>
                  <a:schemeClr val="tx1"/>
                </a:solidFill>
                <a:latin typeface="JetBrains Mono NL Medium" panose="02000009000000000000" charset="0"/>
                <a:ea typeface="微软雅黑" panose="020B0503020204020204" charset="-122"/>
                <a:cs typeface="JetBrains Mono NL Medium" panose="02000009000000000000" charset="0"/>
              </a:rPr>
              <a:t>  min_learning_rate: 2</a:t>
            </a:r>
            <a:endParaRPr sz="1200" b="0">
              <a:solidFill>
                <a:schemeClr val="tx1"/>
              </a:solidFill>
              <a:latin typeface="JetBrains Mono NL Medium" panose="02000009000000000000" charset="0"/>
              <a:ea typeface="微软雅黑" panose="020B0503020204020204" charset="-122"/>
              <a:cs typeface="JetBrains Mono NL Medium" panose="02000009000000000000" charset="0"/>
            </a:endParaRPr>
          </a:p>
          <a:p>
            <a:pPr algn="l">
              <a:lnSpc>
                <a:spcPct val="103000"/>
              </a:lnSpc>
              <a:buNone/>
              <a:defRPr sz="1000" b="0">
                <a:solidFill>
                  <a:srgbClr val="102033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200" b="0">
                <a:solidFill>
                  <a:schemeClr val="tx1"/>
                </a:solidFill>
                <a:latin typeface="JetBrains Mono NL Medium" panose="02000009000000000000" charset="0"/>
                <a:ea typeface="微软雅黑" panose="020B0503020204020204" charset="-122"/>
                <a:cs typeface="JetBrains Mono NL Medium" panose="02000009000000000000" charset="0"/>
              </a:rPr>
              <a:t>  lr_scheduler: cosine</a:t>
            </a:r>
            <a:endParaRPr sz="1200" b="0">
              <a:solidFill>
                <a:schemeClr val="tx1"/>
              </a:solidFill>
              <a:latin typeface="JetBrains Mono NL Medium" panose="02000009000000000000" charset="0"/>
              <a:ea typeface="微软雅黑" panose="020B0503020204020204" charset="-122"/>
              <a:cs typeface="JetBrains Mono NL Medium" panose="02000009000000000000" charset="0"/>
            </a:endParaRPr>
          </a:p>
          <a:p>
            <a:pPr algn="l">
              <a:lnSpc>
                <a:spcPct val="103000"/>
              </a:lnSpc>
              <a:buNone/>
              <a:defRPr sz="1000" b="0">
                <a:solidFill>
                  <a:srgbClr val="102033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200" b="0">
                <a:solidFill>
                  <a:schemeClr val="tx1"/>
                </a:solidFill>
                <a:latin typeface="JetBrains Mono NL Medium" panose="02000009000000000000" charset="0"/>
                <a:ea typeface="微软雅黑" panose="020B0503020204020204" charset="-122"/>
                <a:cs typeface="JetBrains Mono NL Medium" panose="02000009000000000000" charset="0"/>
              </a:rPr>
              <a:t>  skill_update_mode: patch</a:t>
            </a:r>
            <a:endParaRPr sz="1200" b="0">
              <a:solidFill>
                <a:schemeClr val="tx1"/>
              </a:solidFill>
              <a:latin typeface="JetBrains Mono NL Medium" panose="02000009000000000000" charset="0"/>
              <a:ea typeface="微软雅黑" panose="020B0503020204020204" charset="-122"/>
              <a:cs typeface="JetBrains Mono NL Medium" panose="02000009000000000000" charset="0"/>
            </a:endParaRPr>
          </a:p>
        </p:txBody>
      </p:sp>
      <p:sp>
        <p:nvSpPr>
          <p:cNvPr id="11" name="矩形 10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857250" y="3429000"/>
            <a:ext cx="5670550" cy="234315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rgbClr val="BFC7D1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990600" y="3524250"/>
            <a:ext cx="6019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0000"/>
              </a:lnSpc>
              <a:buNone/>
              <a:defRPr sz="975" b="1">
                <a:solidFill>
                  <a:srgbClr val="7A7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skillopt/optimizer/clip.py</a:t>
            </a:r>
            <a:endParaRPr sz="9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990600" y="3771900"/>
            <a:ext cx="6019800" cy="1905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3000"/>
              </a:lnSpc>
              <a:buNone/>
              <a:defRPr sz="1000" b="0">
                <a:solidFill>
                  <a:srgbClr val="102033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200" b="0">
                <a:solidFill>
                  <a:schemeClr val="tx1"/>
                </a:solidFill>
                <a:latin typeface="JetBrains Mono NL Medium" panose="02000009000000000000" charset="0"/>
                <a:ea typeface="微软雅黑" panose="020B0503020204020204" charset="-122"/>
                <a:cs typeface="JetBrains Mono NL Medium" panose="02000009000000000000" charset="0"/>
              </a:rPr>
              <a:t>def rank_and_select(skill_content, patch, max_edits, ...):</a:t>
            </a:r>
            <a:endParaRPr sz="1200" b="0">
              <a:solidFill>
                <a:schemeClr val="tx1"/>
              </a:solidFill>
              <a:latin typeface="JetBrains Mono NL Medium" panose="02000009000000000000" charset="0"/>
              <a:ea typeface="微软雅黑" panose="020B0503020204020204" charset="-122"/>
              <a:cs typeface="JetBrains Mono NL Medium" panose="02000009000000000000" charset="0"/>
            </a:endParaRPr>
          </a:p>
          <a:p>
            <a:pPr algn="l">
              <a:lnSpc>
                <a:spcPct val="103000"/>
              </a:lnSpc>
              <a:buNone/>
              <a:defRPr sz="1000" b="0">
                <a:solidFill>
                  <a:srgbClr val="102033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200" b="0">
                <a:solidFill>
                  <a:schemeClr val="tx1"/>
                </a:solidFill>
                <a:latin typeface="JetBrains Mono NL Medium" panose="02000009000000000000" charset="0"/>
                <a:ea typeface="微软雅黑" panose="020B0503020204020204" charset="-122"/>
                <a:cs typeface="JetBrains Mono NL Medium" panose="02000009000000000000" charset="0"/>
              </a:rPr>
              <a:t>    edits = get_payload_items(patch, update_mode)</a:t>
            </a:r>
            <a:endParaRPr sz="1200" b="0">
              <a:solidFill>
                <a:schemeClr val="tx1"/>
              </a:solidFill>
              <a:latin typeface="JetBrains Mono NL Medium" panose="02000009000000000000" charset="0"/>
              <a:ea typeface="微软雅黑" panose="020B0503020204020204" charset="-122"/>
              <a:cs typeface="JetBrains Mono NL Medium" panose="02000009000000000000" charset="0"/>
            </a:endParaRPr>
          </a:p>
          <a:p>
            <a:pPr algn="l">
              <a:lnSpc>
                <a:spcPct val="103000"/>
              </a:lnSpc>
              <a:buNone/>
              <a:defRPr sz="1000" b="0">
                <a:solidFill>
                  <a:srgbClr val="102033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200" b="0">
                <a:solidFill>
                  <a:schemeClr val="tx1"/>
                </a:solidFill>
                <a:latin typeface="JetBrains Mono NL Medium" panose="02000009000000000000" charset="0"/>
                <a:ea typeface="微软雅黑" panose="020B0503020204020204" charset="-122"/>
                <a:cs typeface="JetBrains Mono NL Medium" panose="02000009000000000000" charset="0"/>
              </a:rPr>
              <a:t>    if len(edits) &lt;= max_edits:</a:t>
            </a:r>
            <a:endParaRPr sz="1200" b="0">
              <a:solidFill>
                <a:schemeClr val="tx1"/>
              </a:solidFill>
              <a:latin typeface="JetBrains Mono NL Medium" panose="02000009000000000000" charset="0"/>
              <a:ea typeface="微软雅黑" panose="020B0503020204020204" charset="-122"/>
              <a:cs typeface="JetBrains Mono NL Medium" panose="02000009000000000000" charset="0"/>
            </a:endParaRPr>
          </a:p>
          <a:p>
            <a:pPr algn="l">
              <a:lnSpc>
                <a:spcPct val="103000"/>
              </a:lnSpc>
              <a:buNone/>
              <a:defRPr sz="1000" b="0">
                <a:solidFill>
                  <a:srgbClr val="102033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200" b="0">
                <a:solidFill>
                  <a:schemeClr val="tx1"/>
                </a:solidFill>
                <a:latin typeface="JetBrains Mono NL Medium" panose="02000009000000000000" charset="0"/>
                <a:ea typeface="微软雅黑" panose="020B0503020204020204" charset="-122"/>
                <a:cs typeface="JetBrains Mono NL Medium" panose="02000009000000000000" charset="0"/>
              </a:rPr>
              <a:t>        return patch      # 未超预算：保留全部编辑</a:t>
            </a:r>
            <a:endParaRPr sz="1200" b="0">
              <a:solidFill>
                <a:schemeClr val="tx1"/>
              </a:solidFill>
              <a:latin typeface="JetBrains Mono NL Medium" panose="02000009000000000000" charset="0"/>
              <a:ea typeface="微软雅黑" panose="020B0503020204020204" charset="-122"/>
              <a:cs typeface="JetBrains Mono NL Medium" panose="02000009000000000000" charset="0"/>
            </a:endParaRPr>
          </a:p>
          <a:p>
            <a:endParaRPr sz="1200">
              <a:solidFill>
                <a:schemeClr val="tx1"/>
              </a:solidFill>
              <a:latin typeface="JetBrains Mono NL Medium" panose="02000009000000000000" charset="0"/>
              <a:ea typeface="微软雅黑" panose="020B0503020204020204" charset="-122"/>
              <a:cs typeface="JetBrains Mono NL Medium" panose="02000009000000000000" charset="0"/>
            </a:endParaRPr>
          </a:p>
          <a:p>
            <a:pPr algn="l">
              <a:lnSpc>
                <a:spcPct val="103000"/>
              </a:lnSpc>
              <a:buNone/>
              <a:defRPr sz="1000" b="0">
                <a:solidFill>
                  <a:srgbClr val="102033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200" b="0">
                <a:solidFill>
                  <a:schemeClr val="tx1"/>
                </a:solidFill>
                <a:latin typeface="JetBrains Mono NL Medium" panose="02000009000000000000" charset="0"/>
                <a:ea typeface="微软雅黑" panose="020B0503020204020204" charset="-122"/>
                <a:cs typeface="JetBrains Mono NL Medium" panose="02000009000000000000" charset="0"/>
              </a:rPr>
              <a:t>    # 超预算：让 optimizer 排序选择 top-L</a:t>
            </a:r>
            <a:endParaRPr sz="1200" b="0">
              <a:solidFill>
                <a:schemeClr val="tx1"/>
              </a:solidFill>
              <a:latin typeface="JetBrains Mono NL Medium" panose="02000009000000000000" charset="0"/>
              <a:ea typeface="微软雅黑" panose="020B0503020204020204" charset="-122"/>
              <a:cs typeface="JetBrains Mono NL Medium" panose="02000009000000000000" charset="0"/>
            </a:endParaRPr>
          </a:p>
          <a:p>
            <a:pPr algn="l">
              <a:lnSpc>
                <a:spcPct val="103000"/>
              </a:lnSpc>
              <a:buNone/>
              <a:defRPr sz="1000" b="0">
                <a:solidFill>
                  <a:srgbClr val="102033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200" b="0">
                <a:solidFill>
                  <a:schemeClr val="tx1"/>
                </a:solidFill>
                <a:latin typeface="JetBrains Mono NL Medium" panose="02000009000000000000" charset="0"/>
                <a:ea typeface="微软雅黑" panose="020B0503020204020204" charset="-122"/>
                <a:cs typeface="JetBrains Mono NL Medium" panose="02000009000000000000" charset="0"/>
              </a:rPr>
              <a:t>    ...</a:t>
            </a:r>
            <a:endParaRPr sz="1200" b="0">
              <a:solidFill>
                <a:schemeClr val="tx1"/>
              </a:solidFill>
              <a:latin typeface="JetBrains Mono NL Medium" panose="02000009000000000000" charset="0"/>
              <a:ea typeface="微软雅黑" panose="020B0503020204020204" charset="-122"/>
              <a:cs typeface="JetBrains Mono NL Medium" panose="02000009000000000000" charset="0"/>
            </a:endParaRPr>
          </a:p>
          <a:p>
            <a:endParaRPr sz="1200">
              <a:solidFill>
                <a:schemeClr val="tx1"/>
              </a:solidFill>
              <a:latin typeface="JetBrains Mono NL Medium" panose="02000009000000000000" charset="0"/>
              <a:ea typeface="微软雅黑" panose="020B0503020204020204" charset="-122"/>
              <a:cs typeface="JetBrains Mono NL Medium" panose="02000009000000000000" charset="0"/>
            </a:endParaRPr>
          </a:p>
          <a:p>
            <a:pPr algn="l">
              <a:lnSpc>
                <a:spcPct val="103000"/>
              </a:lnSpc>
              <a:buNone/>
              <a:defRPr sz="1000" b="0">
                <a:solidFill>
                  <a:srgbClr val="102033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200" b="0">
                <a:solidFill>
                  <a:schemeClr val="tx1"/>
                </a:solidFill>
                <a:latin typeface="JetBrains Mono NL Medium" panose="02000009000000000000" charset="0"/>
                <a:ea typeface="微软雅黑" panose="020B0503020204020204" charset="-122"/>
                <a:cs typeface="JetBrains Mono NL Medium" panose="02000009000000000000" charset="0"/>
              </a:rPr>
              <a:t>    # fallback：LLM 排序失败时简单截断</a:t>
            </a:r>
            <a:endParaRPr sz="1200" b="0">
              <a:solidFill>
                <a:schemeClr val="tx1"/>
              </a:solidFill>
              <a:latin typeface="JetBrains Mono NL Medium" panose="02000009000000000000" charset="0"/>
              <a:ea typeface="微软雅黑" panose="020B0503020204020204" charset="-122"/>
              <a:cs typeface="JetBrains Mono NL Medium" panose="02000009000000000000" charset="0"/>
            </a:endParaRPr>
          </a:p>
          <a:p>
            <a:pPr algn="l">
              <a:lnSpc>
                <a:spcPct val="103000"/>
              </a:lnSpc>
              <a:buNone/>
              <a:defRPr sz="1000" b="0">
                <a:solidFill>
                  <a:srgbClr val="102033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200" b="0">
                <a:solidFill>
                  <a:schemeClr val="tx1"/>
                </a:solidFill>
                <a:latin typeface="JetBrains Mono NL Medium" panose="02000009000000000000" charset="0"/>
                <a:ea typeface="微软雅黑" panose="020B0503020204020204" charset="-122"/>
                <a:cs typeface="JetBrains Mono NL Medium" panose="02000009000000000000" charset="0"/>
              </a:rPr>
              <a:t>    return {payload_key(update_mode): edits[:max_edits]}</a:t>
            </a:r>
            <a:endParaRPr sz="1200" b="0">
              <a:solidFill>
                <a:schemeClr val="tx1"/>
              </a:solidFill>
              <a:latin typeface="JetBrains Mono NL Medium" panose="02000009000000000000" charset="0"/>
              <a:ea typeface="微软雅黑" panose="020B0503020204020204" charset="-122"/>
              <a:cs typeface="JetBrains Mono NL Medium" panose="02000009000000000000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671945" y="1786255"/>
            <a:ext cx="4366260" cy="10763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600"/>
              <a:t>这里的 learning rate 不是字符数、token 数或 embedding 距离，而是：</a:t>
            </a:r>
            <a:endParaRPr lang="zh-CN" altLang="en-US" sz="1600"/>
          </a:p>
          <a:p>
            <a:endParaRPr lang="zh-CN" altLang="en-US" sz="1600"/>
          </a:p>
          <a:p>
            <a:r>
              <a:rPr lang="zh-CN" altLang="en-US" sz="1600"/>
              <a:t>每一步最多允许多少条原子编辑进入候选 Skill。</a:t>
            </a:r>
            <a:endParaRPr lang="zh-CN" altLang="en-US" sz="1600"/>
          </a:p>
        </p:txBody>
      </p:sp>
      <p:sp>
        <p:nvSpPr>
          <p:cNvPr id="7" name="文本框 6"/>
          <p:cNvSpPr txBox="1"/>
          <p:nvPr/>
        </p:nvSpPr>
        <p:spPr>
          <a:xfrm>
            <a:off x="6671945" y="3860800"/>
            <a:ext cx="6168390" cy="1568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600"/>
              <a:t>如果候选编辑超过预算，优化器模型根据以下标准排序：</a:t>
            </a:r>
            <a:endParaRPr lang="zh-CN" altLang="en-US" sz="1600"/>
          </a:p>
          <a:p>
            <a:endParaRPr lang="zh-CN" altLang="en-US" sz="1600"/>
          </a:p>
          <a:p>
            <a:r>
              <a:rPr lang="zh-CN" altLang="en-US" sz="1600"/>
              <a:t>是否解决广泛、反复出现的问题；</a:t>
            </a:r>
            <a:endParaRPr lang="zh-CN" altLang="en-US" sz="1600"/>
          </a:p>
          <a:p>
            <a:r>
              <a:rPr lang="zh-CN" altLang="en-US" sz="1600"/>
              <a:t>是否补足当前 Skill 的空缺；</a:t>
            </a:r>
            <a:endParaRPr lang="zh-CN" altLang="en-US" sz="1600"/>
          </a:p>
          <a:p>
            <a:r>
              <a:rPr lang="zh-CN" altLang="en-US" sz="1600"/>
              <a:t>是否具有跨任务泛化性；</a:t>
            </a:r>
            <a:endParaRPr lang="zh-CN" altLang="en-US" sz="1600"/>
          </a:p>
          <a:p>
            <a:r>
              <a:rPr lang="zh-CN" altLang="en-US" sz="1600"/>
              <a:t>是否具体、可执行。</a:t>
            </a:r>
            <a:endParaRPr lang="zh-CN" altLang="en-US" sz="1600"/>
          </a:p>
        </p:txBody>
      </p:sp>
    </p:spTree>
    <p:custDataLst>
      <p:tags r:id="rId6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2" name="组合 21"/>
          <p:cNvGrpSpPr/>
          <p:nvPr userDrawn="1">
            <p:custDataLst>
              <p:tags r:id="rId1"/>
            </p:custDataLst>
          </p:nvPr>
        </p:nvGrpSpPr>
        <p:grpSpPr>
          <a:xfrm>
            <a:off x="4001597" y="6045200"/>
            <a:ext cx="8190403" cy="812800"/>
            <a:chOff x="4001597" y="5613400"/>
            <a:chExt cx="8190403" cy="1244600"/>
          </a:xfrm>
        </p:grpSpPr>
        <p:sp>
          <p:nvSpPr>
            <p:cNvPr id="23" name="任意多边形: 形状 8"/>
            <p:cNvSpPr/>
            <p:nvPr>
              <p:custDataLst>
                <p:tags r:id="rId2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4" name="等腰三角形 23"/>
            <p:cNvSpPr/>
            <p:nvPr>
              <p:custDataLst>
                <p:tags r:id="rId3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3" name="矩形 2"/>
          <p:cNvSpPr>
            <a:spLocks noGrp="1"/>
          </p:cNvSpPr>
          <p:nvPr/>
        </p:nvSpPr>
        <p:spPr>
          <a:xfrm>
            <a:off x="685800" y="123825"/>
            <a:ext cx="447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0000"/>
              </a:lnSpc>
              <a:buNone/>
              <a:defRPr sz="1050" b="1">
                <a:solidFill>
                  <a:srgbClr val="DDEB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en-US" sz="10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r>
              <a:rPr sz="10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Code</a:t>
            </a:r>
            <a:endParaRPr sz="105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8134350" y="123825"/>
            <a:ext cx="238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lnSpc>
                <a:spcPct val="110000"/>
              </a:lnSpc>
              <a:buNone/>
              <a:defRPr sz="975" b="0">
                <a:solidFill>
                  <a:srgbClr val="DDEB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SkillOpt · Paper Reading</a:t>
            </a:r>
            <a:endParaRPr sz="975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85800" y="685800"/>
            <a:ext cx="10287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0000"/>
              </a:lnSpc>
              <a:buNone/>
              <a:defRPr sz="2625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sym typeface="+mn-ea"/>
              </a:rPr>
              <a:t>Skill Update：应用局部修改</a:t>
            </a:r>
            <a:endParaRPr sz="2625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839470" y="1710690"/>
            <a:ext cx="6275070" cy="79756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rgbClr val="BFC7D1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972820" y="1772285"/>
            <a:ext cx="6400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0000"/>
              </a:lnSpc>
              <a:buNone/>
              <a:defRPr sz="975" b="1">
                <a:solidFill>
                  <a:srgbClr val="7A7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skillopt/optimizer/skill.py</a:t>
            </a:r>
            <a:endParaRPr sz="9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972820" y="2019935"/>
            <a:ext cx="6400800" cy="4927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3000"/>
              </a:lnSpc>
              <a:buNone/>
              <a:defRPr sz="1000" b="0">
                <a:solidFill>
                  <a:srgbClr val="102033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400" b="0">
                <a:solidFill>
                  <a:schemeClr val="tx1"/>
                </a:solidFill>
                <a:latin typeface="JetBrains Mono NL Medium" panose="02000009000000000000" charset="0"/>
                <a:ea typeface="微软雅黑" panose="020B0503020204020204" charset="-122"/>
                <a:cs typeface="JetBrains Mono NL Medium" panose="02000009000000000000" charset="0"/>
              </a:rPr>
              <a:t>for edit in edits:</a:t>
            </a:r>
            <a:endParaRPr sz="1400" b="0">
              <a:solidFill>
                <a:schemeClr val="tx1"/>
              </a:solidFill>
              <a:latin typeface="JetBrains Mono NL Medium" panose="02000009000000000000" charset="0"/>
              <a:ea typeface="微软雅黑" panose="020B0503020204020204" charset="-122"/>
              <a:cs typeface="JetBrains Mono NL Medium" panose="02000009000000000000" charset="0"/>
            </a:endParaRPr>
          </a:p>
          <a:p>
            <a:pPr algn="l">
              <a:lnSpc>
                <a:spcPct val="103000"/>
              </a:lnSpc>
              <a:buNone/>
              <a:defRPr sz="1000" b="0">
                <a:solidFill>
                  <a:srgbClr val="102033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400" b="0">
                <a:solidFill>
                  <a:schemeClr val="tx1"/>
                </a:solidFill>
                <a:latin typeface="JetBrains Mono NL Medium" panose="02000009000000000000" charset="0"/>
                <a:ea typeface="微软雅黑" panose="020B0503020204020204" charset="-122"/>
                <a:cs typeface="JetBrains Mono NL Medium" panose="02000009000000000000" charset="0"/>
              </a:rPr>
              <a:t>    skill, report = _apply_edit_with_report(skill, edit)</a:t>
            </a:r>
            <a:endParaRPr sz="1400" b="0">
              <a:solidFill>
                <a:schemeClr val="tx1"/>
              </a:solidFill>
              <a:latin typeface="JetBrains Mono NL Medium" panose="02000009000000000000" charset="0"/>
              <a:ea typeface="微软雅黑" panose="020B0503020204020204" charset="-122"/>
              <a:cs typeface="JetBrains Mono NL Medium" panose="02000009000000000000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95325" y="1253490"/>
            <a:ext cx="843153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被选中的 add、delete、replace 等操作依次作用于当前 Skill，生成候选版本：</a:t>
            </a:r>
            <a:endParaRPr lang="zh-CN" altLang="en-US"/>
          </a:p>
        </p:txBody>
      </p:sp>
      <p:sp>
        <p:nvSpPr>
          <p:cNvPr id="11" name="文本框 10"/>
          <p:cNvSpPr txBox="1"/>
          <p:nvPr>
            <p:custDataLst>
              <p:tags r:id="rId5"/>
            </p:custDataLst>
          </p:nvPr>
        </p:nvSpPr>
        <p:spPr>
          <a:xfrm>
            <a:off x="695325" y="2597150"/>
            <a:ext cx="843153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每条 edit 产生 report：</a:t>
            </a:r>
            <a:endParaRPr lang="zh-CN" altLang="en-US"/>
          </a:p>
        </p:txBody>
      </p:sp>
      <p:sp>
        <p:nvSpPr>
          <p:cNvPr id="15" name="矩形 14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833120" y="2978785"/>
            <a:ext cx="6281420" cy="170878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rgbClr val="BFC7D1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966470" y="3052445"/>
            <a:ext cx="6400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p>
            <a:pPr algn="l">
              <a:lnSpc>
                <a:spcPct val="110000"/>
              </a:lnSpc>
              <a:buNone/>
              <a:defRPr sz="975" b="1">
                <a:solidFill>
                  <a:srgbClr val="7A7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skillopt/optimizer/skill.py</a:t>
            </a:r>
            <a:endParaRPr sz="9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966470" y="3300095"/>
            <a:ext cx="6400800" cy="4927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p>
            <a:pPr algn="l">
              <a:lnSpc>
                <a:spcPct val="103000"/>
              </a:lnSpc>
              <a:buNone/>
              <a:defRPr sz="1000" b="0">
                <a:solidFill>
                  <a:srgbClr val="102033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400" b="0">
                <a:solidFill>
                  <a:schemeClr val="tx1"/>
                </a:solidFill>
                <a:latin typeface="JetBrains Mono NL Medium" panose="02000009000000000000" charset="0"/>
                <a:ea typeface="微软雅黑" panose="020B0503020204020204" charset="-122"/>
                <a:cs typeface="JetBrains Mono NL Medium" panose="02000009000000000000" charset="0"/>
              </a:rPr>
              <a:t>{</a:t>
            </a:r>
            <a:endParaRPr sz="1400" b="0">
              <a:solidFill>
                <a:schemeClr val="tx1"/>
              </a:solidFill>
              <a:latin typeface="JetBrains Mono NL Medium" panose="02000009000000000000" charset="0"/>
              <a:ea typeface="微软雅黑" panose="020B0503020204020204" charset="-122"/>
              <a:cs typeface="JetBrains Mono NL Medium" panose="02000009000000000000" charset="0"/>
            </a:endParaRPr>
          </a:p>
          <a:p>
            <a:pPr algn="l">
              <a:lnSpc>
                <a:spcPct val="103000"/>
              </a:lnSpc>
              <a:buNone/>
              <a:defRPr sz="1000" b="0">
                <a:solidFill>
                  <a:srgbClr val="102033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400" b="0">
                <a:solidFill>
                  <a:schemeClr val="tx1"/>
                </a:solidFill>
                <a:latin typeface="JetBrains Mono NL Medium" panose="02000009000000000000" charset="0"/>
                <a:ea typeface="微软雅黑" panose="020B0503020204020204" charset="-122"/>
                <a:cs typeface="JetBrains Mono NL Medium" panose="02000009000000000000" charset="0"/>
              </a:rPr>
              <a:t>  "op": "replace",</a:t>
            </a:r>
            <a:endParaRPr sz="1400" b="0">
              <a:solidFill>
                <a:schemeClr val="tx1"/>
              </a:solidFill>
              <a:latin typeface="JetBrains Mono NL Medium" panose="02000009000000000000" charset="0"/>
              <a:ea typeface="微软雅黑" panose="020B0503020204020204" charset="-122"/>
              <a:cs typeface="JetBrains Mono NL Medium" panose="02000009000000000000" charset="0"/>
            </a:endParaRPr>
          </a:p>
          <a:p>
            <a:pPr algn="l">
              <a:lnSpc>
                <a:spcPct val="103000"/>
              </a:lnSpc>
              <a:buNone/>
              <a:defRPr sz="1000" b="0">
                <a:solidFill>
                  <a:srgbClr val="102033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400" b="0">
                <a:solidFill>
                  <a:schemeClr val="tx1"/>
                </a:solidFill>
                <a:latin typeface="JetBrains Mono NL Medium" panose="02000009000000000000" charset="0"/>
                <a:ea typeface="微软雅黑" panose="020B0503020204020204" charset="-122"/>
                <a:cs typeface="JetBrains Mono NL Medium" panose="02000009000000000000" charset="0"/>
              </a:rPr>
              <a:t>  "target": "...",</a:t>
            </a:r>
            <a:endParaRPr sz="1400" b="0">
              <a:solidFill>
                <a:schemeClr val="tx1"/>
              </a:solidFill>
              <a:latin typeface="JetBrains Mono NL Medium" panose="02000009000000000000" charset="0"/>
              <a:ea typeface="微软雅黑" panose="020B0503020204020204" charset="-122"/>
              <a:cs typeface="JetBrains Mono NL Medium" panose="02000009000000000000" charset="0"/>
            </a:endParaRPr>
          </a:p>
          <a:p>
            <a:pPr algn="l">
              <a:lnSpc>
                <a:spcPct val="103000"/>
              </a:lnSpc>
              <a:buNone/>
              <a:defRPr sz="1000" b="0">
                <a:solidFill>
                  <a:srgbClr val="102033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400" b="0">
                <a:solidFill>
                  <a:schemeClr val="tx1"/>
                </a:solidFill>
                <a:latin typeface="JetBrains Mono NL Medium" panose="02000009000000000000" charset="0"/>
                <a:ea typeface="微软雅黑" panose="020B0503020204020204" charset="-122"/>
                <a:cs typeface="JetBrains Mono NL Medium" panose="02000009000000000000" charset="0"/>
              </a:rPr>
              <a:t>  "content_preview": "...",</a:t>
            </a:r>
            <a:endParaRPr sz="1400" b="0">
              <a:solidFill>
                <a:schemeClr val="tx1"/>
              </a:solidFill>
              <a:latin typeface="JetBrains Mono NL Medium" panose="02000009000000000000" charset="0"/>
              <a:ea typeface="微软雅黑" panose="020B0503020204020204" charset="-122"/>
              <a:cs typeface="JetBrains Mono NL Medium" panose="02000009000000000000" charset="0"/>
            </a:endParaRPr>
          </a:p>
          <a:p>
            <a:pPr algn="l">
              <a:lnSpc>
                <a:spcPct val="103000"/>
              </a:lnSpc>
              <a:buNone/>
              <a:defRPr sz="1000" b="0">
                <a:solidFill>
                  <a:srgbClr val="102033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400" b="0">
                <a:solidFill>
                  <a:schemeClr val="tx1"/>
                </a:solidFill>
                <a:latin typeface="JetBrains Mono NL Medium" panose="02000009000000000000" charset="0"/>
                <a:ea typeface="微软雅黑" panose="020B0503020204020204" charset="-122"/>
                <a:cs typeface="JetBrains Mono NL Medium" panose="02000009000000000000" charset="0"/>
              </a:rPr>
              <a:t>  "status": "applied_replace"</a:t>
            </a:r>
            <a:endParaRPr sz="1400" b="0">
              <a:solidFill>
                <a:schemeClr val="tx1"/>
              </a:solidFill>
              <a:latin typeface="JetBrains Mono NL Medium" panose="02000009000000000000" charset="0"/>
              <a:ea typeface="微软雅黑" panose="020B0503020204020204" charset="-122"/>
              <a:cs typeface="JetBrains Mono NL Medium" panose="02000009000000000000" charset="0"/>
            </a:endParaRPr>
          </a:p>
          <a:p>
            <a:pPr algn="l">
              <a:lnSpc>
                <a:spcPct val="103000"/>
              </a:lnSpc>
              <a:buNone/>
              <a:defRPr sz="1000" b="0">
                <a:solidFill>
                  <a:srgbClr val="102033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400" b="0">
                <a:solidFill>
                  <a:schemeClr val="tx1"/>
                </a:solidFill>
                <a:latin typeface="JetBrains Mono NL Medium" panose="02000009000000000000" charset="0"/>
                <a:ea typeface="微软雅黑" panose="020B0503020204020204" charset="-122"/>
                <a:cs typeface="JetBrains Mono NL Medium" panose="02000009000000000000" charset="0"/>
              </a:rPr>
              <a:t>}</a:t>
            </a:r>
            <a:endParaRPr sz="1400" b="0">
              <a:solidFill>
                <a:schemeClr val="tx1"/>
              </a:solidFill>
              <a:latin typeface="JetBrains Mono NL Medium" panose="02000009000000000000" charset="0"/>
              <a:ea typeface="微软雅黑" panose="020B0503020204020204" charset="-122"/>
              <a:cs typeface="JetBrains Mono NL Medium" panose="02000009000000000000" charset="0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39140" y="4869180"/>
            <a:ext cx="9776460" cy="12484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/>
              <a:t>还实现了两类保护：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目标文本不存在时跳过，而不是误改其他位置；</a:t>
            </a:r>
            <a:endParaRPr lang="zh-CN" altLang="en-US"/>
          </a:p>
          <a:p>
            <a:r>
              <a:rPr lang="zh-CN" altLang="en-US"/>
              <a:t>普通编辑不能修改后面介绍的</a:t>
            </a:r>
            <a:r>
              <a:rPr lang="zh-CN" altLang="en-US" b="1"/>
              <a:t>慢更新保护区</a:t>
            </a:r>
            <a:r>
              <a:rPr lang="zh-CN" altLang="en-US"/>
              <a:t>。</a:t>
            </a:r>
            <a:endParaRPr lang="zh-CN" altLang="en-US"/>
          </a:p>
        </p:txBody>
      </p:sp>
    </p:spTree>
    <p:custDataLst>
      <p:tags r:id="rId9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34" name="组合 33"/>
          <p:cNvGrpSpPr/>
          <p:nvPr userDrawn="1">
            <p:custDataLst>
              <p:tags r:id="rId1"/>
            </p:custDataLst>
          </p:nvPr>
        </p:nvGrpSpPr>
        <p:grpSpPr>
          <a:xfrm>
            <a:off x="4001597" y="6045200"/>
            <a:ext cx="8190403" cy="812800"/>
            <a:chOff x="4001597" y="5613400"/>
            <a:chExt cx="8190403" cy="1244600"/>
          </a:xfrm>
        </p:grpSpPr>
        <p:sp>
          <p:nvSpPr>
            <p:cNvPr id="35" name="任意多边形: 形状 8"/>
            <p:cNvSpPr/>
            <p:nvPr>
              <p:custDataLst>
                <p:tags r:id="rId2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6" name="等腰三角形 35"/>
            <p:cNvSpPr/>
            <p:nvPr>
              <p:custDataLst>
                <p:tags r:id="rId3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3" name="矩形 2"/>
          <p:cNvSpPr>
            <a:spLocks noGrp="1"/>
          </p:cNvSpPr>
          <p:nvPr/>
        </p:nvSpPr>
        <p:spPr>
          <a:xfrm>
            <a:off x="685800" y="123825"/>
            <a:ext cx="447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0000"/>
              </a:lnSpc>
              <a:buNone/>
              <a:defRPr sz="1050" b="1">
                <a:solidFill>
                  <a:srgbClr val="DDEB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en-US" sz="10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sz="10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en-US" sz="10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Code</a:t>
            </a:r>
            <a:endParaRPr lang="en-US" sz="105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8134350" y="123825"/>
            <a:ext cx="238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lnSpc>
                <a:spcPct val="110000"/>
              </a:lnSpc>
              <a:buNone/>
              <a:defRPr sz="975" b="0">
                <a:solidFill>
                  <a:srgbClr val="DDEB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SkillOpt · Paper Reading</a:t>
            </a:r>
            <a:endParaRPr sz="975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85800" y="685800"/>
            <a:ext cx="10287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0000"/>
              </a:lnSpc>
              <a:buNone/>
              <a:defRPr sz="2625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62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Validation Gate：验证门与被拒编辑缓冲区</a:t>
            </a:r>
            <a:endParaRPr sz="2625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789940" y="1172845"/>
            <a:ext cx="6191250" cy="32988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rgbClr val="BFC7D1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923290" y="1268095"/>
            <a:ext cx="59245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0000"/>
              </a:lnSpc>
              <a:buNone/>
              <a:defRPr sz="975" b="1">
                <a:solidFill>
                  <a:srgbClr val="7A7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skillopt/evaluation/gate.py</a:t>
            </a:r>
            <a:endParaRPr sz="9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923290" y="1515745"/>
            <a:ext cx="5924550" cy="29057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3000"/>
              </a:lnSpc>
              <a:buNone/>
              <a:defRPr sz="1000" b="0">
                <a:solidFill>
                  <a:srgbClr val="102033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400" b="0">
                <a:solidFill>
                  <a:schemeClr val="tx1"/>
                </a:solidFill>
                <a:latin typeface="JetBrains Mono NL Medium" panose="02000009000000000000" charset="0"/>
                <a:ea typeface="微软雅黑" panose="020B0503020204020204" charset="-122"/>
                <a:cs typeface="JetBrains Mono NL Medium" panose="02000009000000000000" charset="0"/>
              </a:rPr>
              <a:t>cand_score = select_gate_score(</a:t>
            </a:r>
            <a:endParaRPr sz="1400" b="0">
              <a:solidFill>
                <a:schemeClr val="tx1"/>
              </a:solidFill>
              <a:latin typeface="JetBrains Mono NL Medium" panose="02000009000000000000" charset="0"/>
              <a:ea typeface="微软雅黑" panose="020B0503020204020204" charset="-122"/>
              <a:cs typeface="JetBrains Mono NL Medium" panose="02000009000000000000" charset="0"/>
            </a:endParaRPr>
          </a:p>
          <a:p>
            <a:pPr algn="l">
              <a:lnSpc>
                <a:spcPct val="103000"/>
              </a:lnSpc>
              <a:buNone/>
              <a:defRPr sz="1000" b="0">
                <a:solidFill>
                  <a:srgbClr val="102033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400" b="0">
                <a:solidFill>
                  <a:schemeClr val="tx1"/>
                </a:solidFill>
                <a:latin typeface="JetBrains Mono NL Medium" panose="02000009000000000000" charset="0"/>
                <a:ea typeface="微软雅黑" panose="020B0503020204020204" charset="-122"/>
                <a:cs typeface="JetBrains Mono NL Medium" panose="02000009000000000000" charset="0"/>
              </a:rPr>
              <a:t>    cand_hard, cand_soft, metric, mixed_weight</a:t>
            </a:r>
            <a:endParaRPr sz="1400" b="0">
              <a:solidFill>
                <a:schemeClr val="tx1"/>
              </a:solidFill>
              <a:latin typeface="JetBrains Mono NL Medium" panose="02000009000000000000" charset="0"/>
              <a:ea typeface="微软雅黑" panose="020B0503020204020204" charset="-122"/>
              <a:cs typeface="JetBrains Mono NL Medium" panose="02000009000000000000" charset="0"/>
            </a:endParaRPr>
          </a:p>
          <a:p>
            <a:pPr algn="l">
              <a:lnSpc>
                <a:spcPct val="103000"/>
              </a:lnSpc>
              <a:buNone/>
              <a:defRPr sz="1000" b="0">
                <a:solidFill>
                  <a:srgbClr val="102033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400" b="0">
                <a:solidFill>
                  <a:schemeClr val="tx1"/>
                </a:solidFill>
                <a:latin typeface="JetBrains Mono NL Medium" panose="02000009000000000000" charset="0"/>
                <a:ea typeface="微软雅黑" panose="020B0503020204020204" charset="-122"/>
                <a:cs typeface="JetBrains Mono NL Medium" panose="02000009000000000000" charset="0"/>
              </a:rPr>
              <a:t>)</a:t>
            </a:r>
            <a:endParaRPr sz="1400" b="0">
              <a:solidFill>
                <a:schemeClr val="tx1"/>
              </a:solidFill>
              <a:latin typeface="JetBrains Mono NL Medium" panose="02000009000000000000" charset="0"/>
              <a:ea typeface="微软雅黑" panose="020B0503020204020204" charset="-122"/>
              <a:cs typeface="JetBrains Mono NL Medium" panose="02000009000000000000" charset="0"/>
            </a:endParaRPr>
          </a:p>
          <a:p>
            <a:endParaRPr sz="1400">
              <a:solidFill>
                <a:schemeClr val="tx1"/>
              </a:solidFill>
              <a:latin typeface="JetBrains Mono NL Medium" panose="02000009000000000000" charset="0"/>
              <a:ea typeface="微软雅黑" panose="020B0503020204020204" charset="-122"/>
              <a:cs typeface="JetBrains Mono NL Medium" panose="02000009000000000000" charset="0"/>
            </a:endParaRPr>
          </a:p>
          <a:p>
            <a:pPr algn="l">
              <a:lnSpc>
                <a:spcPct val="103000"/>
              </a:lnSpc>
              <a:buNone/>
              <a:defRPr sz="1000" b="0">
                <a:solidFill>
                  <a:srgbClr val="102033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400" b="0">
                <a:solidFill>
                  <a:schemeClr val="tx1"/>
                </a:solidFill>
                <a:latin typeface="JetBrains Mono NL Medium" panose="02000009000000000000" charset="0"/>
                <a:ea typeface="微软雅黑" panose="020B0503020204020204" charset="-122"/>
                <a:cs typeface="JetBrains Mono NL Medium" panose="02000009000000000000" charset="0"/>
              </a:rPr>
              <a:t># 只有候选 Skill 严格超过当前 Skill 才接受</a:t>
            </a:r>
            <a:endParaRPr sz="1400" b="0">
              <a:solidFill>
                <a:schemeClr val="tx1"/>
              </a:solidFill>
              <a:latin typeface="JetBrains Mono NL Medium" panose="02000009000000000000" charset="0"/>
              <a:ea typeface="微软雅黑" panose="020B0503020204020204" charset="-122"/>
              <a:cs typeface="JetBrains Mono NL Medium" panose="02000009000000000000" charset="0"/>
            </a:endParaRPr>
          </a:p>
          <a:p>
            <a:pPr algn="l">
              <a:lnSpc>
                <a:spcPct val="103000"/>
              </a:lnSpc>
              <a:buNone/>
              <a:defRPr sz="1000" b="0">
                <a:solidFill>
                  <a:srgbClr val="102033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400" b="0">
                <a:solidFill>
                  <a:schemeClr val="tx1"/>
                </a:solidFill>
                <a:latin typeface="JetBrains Mono NL Medium" panose="02000009000000000000" charset="0"/>
                <a:ea typeface="微软雅黑" panose="020B0503020204020204" charset="-122"/>
                <a:cs typeface="JetBrains Mono NL Medium" panose="02000009000000000000" charset="0"/>
              </a:rPr>
              <a:t>if cand_score &gt; current_score:</a:t>
            </a:r>
            <a:endParaRPr sz="1400" b="0">
              <a:solidFill>
                <a:schemeClr val="tx1"/>
              </a:solidFill>
              <a:latin typeface="JetBrains Mono NL Medium" panose="02000009000000000000" charset="0"/>
              <a:ea typeface="微软雅黑" panose="020B0503020204020204" charset="-122"/>
              <a:cs typeface="JetBrains Mono NL Medium" panose="02000009000000000000" charset="0"/>
            </a:endParaRPr>
          </a:p>
          <a:p>
            <a:pPr algn="l">
              <a:lnSpc>
                <a:spcPct val="103000"/>
              </a:lnSpc>
              <a:buNone/>
              <a:defRPr sz="1000" b="0">
                <a:solidFill>
                  <a:srgbClr val="102033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400" b="0">
                <a:solidFill>
                  <a:schemeClr val="tx1"/>
                </a:solidFill>
                <a:latin typeface="JetBrains Mono NL Medium" panose="02000009000000000000" charset="0"/>
                <a:ea typeface="微软雅黑" panose="020B0503020204020204" charset="-122"/>
                <a:cs typeface="JetBrains Mono NL Medium" panose="02000009000000000000" charset="0"/>
              </a:rPr>
              <a:t>    if cand_score &gt; best_score:</a:t>
            </a:r>
            <a:endParaRPr sz="1400" b="0">
              <a:solidFill>
                <a:schemeClr val="tx1"/>
              </a:solidFill>
              <a:latin typeface="JetBrains Mono NL Medium" panose="02000009000000000000" charset="0"/>
              <a:ea typeface="微软雅黑" panose="020B0503020204020204" charset="-122"/>
              <a:cs typeface="JetBrains Mono NL Medium" panose="02000009000000000000" charset="0"/>
            </a:endParaRPr>
          </a:p>
          <a:p>
            <a:pPr algn="l">
              <a:lnSpc>
                <a:spcPct val="103000"/>
              </a:lnSpc>
              <a:buNone/>
              <a:defRPr sz="1000" b="0">
                <a:solidFill>
                  <a:srgbClr val="102033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400" b="0">
                <a:solidFill>
                  <a:schemeClr val="tx1"/>
                </a:solidFill>
                <a:latin typeface="JetBrains Mono NL Medium" panose="02000009000000000000" charset="0"/>
                <a:ea typeface="微软雅黑" panose="020B0503020204020204" charset="-122"/>
                <a:cs typeface="JetBrains Mono NL Medium" panose="02000009000000000000" charset="0"/>
              </a:rPr>
              <a:t>        return GateResult(action="accept_new_best", ...)</a:t>
            </a:r>
            <a:endParaRPr sz="1400" b="0">
              <a:solidFill>
                <a:schemeClr val="tx1"/>
              </a:solidFill>
              <a:latin typeface="JetBrains Mono NL Medium" panose="02000009000000000000" charset="0"/>
              <a:ea typeface="微软雅黑" panose="020B0503020204020204" charset="-122"/>
              <a:cs typeface="JetBrains Mono NL Medium" panose="02000009000000000000" charset="0"/>
            </a:endParaRPr>
          </a:p>
          <a:p>
            <a:pPr algn="l">
              <a:lnSpc>
                <a:spcPct val="103000"/>
              </a:lnSpc>
              <a:buNone/>
              <a:defRPr sz="1000" b="0">
                <a:solidFill>
                  <a:srgbClr val="102033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400" b="0">
                <a:solidFill>
                  <a:schemeClr val="tx1"/>
                </a:solidFill>
                <a:latin typeface="JetBrains Mono NL Medium" panose="02000009000000000000" charset="0"/>
                <a:ea typeface="微软雅黑" panose="020B0503020204020204" charset="-122"/>
                <a:cs typeface="JetBrains Mono NL Medium" panose="02000009000000000000" charset="0"/>
              </a:rPr>
              <a:t>    return GateResult(action="accept", ...)</a:t>
            </a:r>
            <a:endParaRPr sz="1400" b="0">
              <a:solidFill>
                <a:schemeClr val="tx1"/>
              </a:solidFill>
              <a:latin typeface="JetBrains Mono NL Medium" panose="02000009000000000000" charset="0"/>
              <a:ea typeface="微软雅黑" panose="020B0503020204020204" charset="-122"/>
              <a:cs typeface="JetBrains Mono NL Medium" panose="02000009000000000000" charset="0"/>
            </a:endParaRPr>
          </a:p>
          <a:p>
            <a:endParaRPr sz="1400">
              <a:solidFill>
                <a:schemeClr val="tx1"/>
              </a:solidFill>
              <a:latin typeface="JetBrains Mono NL Medium" panose="02000009000000000000" charset="0"/>
              <a:ea typeface="微软雅黑" panose="020B0503020204020204" charset="-122"/>
              <a:cs typeface="JetBrains Mono NL Medium" panose="02000009000000000000" charset="0"/>
            </a:endParaRPr>
          </a:p>
          <a:p>
            <a:pPr algn="l">
              <a:lnSpc>
                <a:spcPct val="103000"/>
              </a:lnSpc>
              <a:buNone/>
              <a:defRPr sz="1000" b="0">
                <a:solidFill>
                  <a:srgbClr val="102033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400" b="0">
                <a:solidFill>
                  <a:schemeClr val="tx1"/>
                </a:solidFill>
                <a:latin typeface="JetBrains Mono NL Medium" panose="02000009000000000000" charset="0"/>
                <a:ea typeface="微软雅黑" panose="020B0503020204020204" charset="-122"/>
                <a:cs typeface="JetBrains Mono NL Medium" panose="02000009000000000000" charset="0"/>
              </a:rPr>
              <a:t># 平分或下降都拒绝</a:t>
            </a:r>
            <a:endParaRPr sz="1400" b="0">
              <a:solidFill>
                <a:schemeClr val="tx1"/>
              </a:solidFill>
              <a:latin typeface="JetBrains Mono NL Medium" panose="02000009000000000000" charset="0"/>
              <a:ea typeface="微软雅黑" panose="020B0503020204020204" charset="-122"/>
              <a:cs typeface="JetBrains Mono NL Medium" panose="02000009000000000000" charset="0"/>
            </a:endParaRPr>
          </a:p>
          <a:p>
            <a:pPr algn="l">
              <a:lnSpc>
                <a:spcPct val="103000"/>
              </a:lnSpc>
              <a:buNone/>
              <a:defRPr sz="1000" b="0">
                <a:solidFill>
                  <a:srgbClr val="102033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400" b="0">
                <a:solidFill>
                  <a:schemeClr val="tx1"/>
                </a:solidFill>
                <a:latin typeface="JetBrains Mono NL Medium" panose="02000009000000000000" charset="0"/>
                <a:ea typeface="微软雅黑" panose="020B0503020204020204" charset="-122"/>
                <a:cs typeface="JetBrains Mono NL Medium" panose="02000009000000000000" charset="0"/>
              </a:rPr>
              <a:t>return GateResult(action="reject", ...)</a:t>
            </a:r>
            <a:endParaRPr sz="1400" b="0">
              <a:solidFill>
                <a:schemeClr val="tx1"/>
              </a:solidFill>
              <a:latin typeface="JetBrains Mono NL Medium" panose="02000009000000000000" charset="0"/>
              <a:ea typeface="微软雅黑" panose="020B0503020204020204" charset="-122"/>
              <a:cs typeface="JetBrains Mono NL Medium" panose="02000009000000000000" charset="0"/>
            </a:endParaRPr>
          </a:p>
        </p:txBody>
      </p:sp>
      <p:sp>
        <p:nvSpPr>
          <p:cNvPr id="7" name="矩形 6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7320280" y="2072005"/>
            <a:ext cx="1809750" cy="419100"/>
          </a:xfrm>
          <a:prstGeom prst="rect">
            <a:avLst/>
          </a:prstGeom>
          <a:solidFill>
            <a:srgbClr val="EEF3F8"/>
          </a:solidFill>
          <a:ln w="9525">
            <a:solidFill>
              <a:srgbClr val="C9CDD3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7415530" y="2157730"/>
            <a:ext cx="161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p>
            <a:pPr algn="l">
              <a:lnSpc>
                <a:spcPct val="106000"/>
              </a:lnSpc>
              <a:buNone/>
              <a:defRPr sz="1275" b="1">
                <a:solidFill>
                  <a:srgbClr val="123A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23A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判断</a:t>
            </a:r>
            <a:endParaRPr sz="1275" b="1">
              <a:solidFill>
                <a:srgbClr val="123A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9130030" y="2072005"/>
            <a:ext cx="1619250" cy="419100"/>
          </a:xfrm>
          <a:prstGeom prst="rect">
            <a:avLst/>
          </a:prstGeom>
          <a:solidFill>
            <a:srgbClr val="EEF3F8"/>
          </a:solidFill>
          <a:ln w="9525">
            <a:solidFill>
              <a:srgbClr val="C9CDD3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9225280" y="215773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p>
            <a:pPr algn="l">
              <a:lnSpc>
                <a:spcPct val="106000"/>
              </a:lnSpc>
              <a:buNone/>
              <a:defRPr sz="1275" b="1">
                <a:solidFill>
                  <a:srgbClr val="123A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23A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结果</a:t>
            </a:r>
            <a:endParaRPr sz="1275" b="1">
              <a:solidFill>
                <a:srgbClr val="123A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7320280" y="2491105"/>
            <a:ext cx="180975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DD3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7415530" y="2576830"/>
            <a:ext cx="161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p>
            <a:pPr algn="l">
              <a:lnSpc>
                <a:spcPct val="106000"/>
              </a:lnSpc>
              <a:buNone/>
              <a:defRPr sz="1200" b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cand &gt; best</a:t>
            </a:r>
            <a:endParaRPr sz="1200" b="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9130030" y="2491105"/>
            <a:ext cx="161925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DD3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9225280" y="257683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p>
            <a:pPr algn="l">
              <a:lnSpc>
                <a:spcPct val="106000"/>
              </a:lnSpc>
              <a:buNone/>
              <a:defRPr sz="1200" b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更新 current 与 best</a:t>
            </a:r>
            <a:endParaRPr sz="1200" b="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矩形 36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7320280" y="2910205"/>
            <a:ext cx="180975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DD3"/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>
            <p:custDataLst>
              <p:tags r:id="rId14"/>
            </p:custDataLst>
          </p:nvPr>
        </p:nvSpPr>
        <p:spPr>
          <a:xfrm>
            <a:off x="7415530" y="2995930"/>
            <a:ext cx="161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p>
            <a:pPr algn="l">
              <a:lnSpc>
                <a:spcPct val="106000"/>
              </a:lnSpc>
              <a:buNone/>
              <a:defRPr sz="1200" b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current &lt; cand ≤ best</a:t>
            </a:r>
            <a:endParaRPr sz="1200" b="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矩形 38"/>
          <p:cNvSpPr>
            <a:spLocks noGrp="1"/>
          </p:cNvSpPr>
          <p:nvPr>
            <p:custDataLst>
              <p:tags r:id="rId15"/>
            </p:custDataLst>
          </p:nvPr>
        </p:nvSpPr>
        <p:spPr>
          <a:xfrm>
            <a:off x="9130030" y="2910205"/>
            <a:ext cx="161925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DD3"/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>
            <p:custDataLst>
              <p:tags r:id="rId16"/>
            </p:custDataLst>
          </p:nvPr>
        </p:nvSpPr>
        <p:spPr>
          <a:xfrm>
            <a:off x="9225280" y="299593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p>
            <a:pPr algn="l">
              <a:lnSpc>
                <a:spcPct val="106000"/>
              </a:lnSpc>
              <a:buNone/>
              <a:defRPr sz="1200" b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只更新 current</a:t>
            </a:r>
            <a:endParaRPr sz="1200" b="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矩形 40"/>
          <p:cNvSpPr>
            <a:spLocks noGrp="1"/>
          </p:cNvSpPr>
          <p:nvPr>
            <p:custDataLst>
              <p:tags r:id="rId17"/>
            </p:custDataLst>
          </p:nvPr>
        </p:nvSpPr>
        <p:spPr>
          <a:xfrm>
            <a:off x="7320280" y="3329305"/>
            <a:ext cx="180975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DD3"/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>
            <p:custDataLst>
              <p:tags r:id="rId18"/>
            </p:custDataLst>
          </p:nvPr>
        </p:nvSpPr>
        <p:spPr>
          <a:xfrm>
            <a:off x="7415530" y="3415030"/>
            <a:ext cx="161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p>
            <a:pPr algn="l">
              <a:lnSpc>
                <a:spcPct val="106000"/>
              </a:lnSpc>
              <a:buNone/>
              <a:defRPr sz="1200" b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cand ≤ current</a:t>
            </a:r>
            <a:endParaRPr sz="1200" b="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矩形 42"/>
          <p:cNvSpPr>
            <a:spLocks noGrp="1"/>
          </p:cNvSpPr>
          <p:nvPr>
            <p:custDataLst>
              <p:tags r:id="rId19"/>
            </p:custDataLst>
          </p:nvPr>
        </p:nvSpPr>
        <p:spPr>
          <a:xfrm>
            <a:off x="9130030" y="3329305"/>
            <a:ext cx="161925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DD3"/>
            </a:solidFill>
            <a:prstDash val="solid"/>
          </a:ln>
        </p:spPr>
      </p:sp>
      <p:sp>
        <p:nvSpPr>
          <p:cNvPr id="44" name="矩形 43"/>
          <p:cNvSpPr>
            <a:spLocks noGrp="1"/>
          </p:cNvSpPr>
          <p:nvPr>
            <p:custDataLst>
              <p:tags r:id="rId20"/>
            </p:custDataLst>
          </p:nvPr>
        </p:nvSpPr>
        <p:spPr>
          <a:xfrm>
            <a:off x="9225280" y="341503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p>
            <a:pPr algn="l">
              <a:lnSpc>
                <a:spcPct val="106000"/>
              </a:lnSpc>
              <a:buNone/>
              <a:defRPr sz="1200" b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reject</a:t>
            </a:r>
            <a:endParaRPr sz="1200" b="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67715" y="4652645"/>
            <a:ext cx="10727055" cy="1568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600"/>
              <a:t>被拒绝的更新并不会完全丢失，而是进入</a:t>
            </a:r>
            <a:r>
              <a:rPr lang="zh-CN" altLang="en-US" sz="1600" b="1"/>
              <a:t>被拒编辑缓冲区</a:t>
            </a:r>
            <a:r>
              <a:rPr lang="zh-CN" altLang="en-US" sz="1600"/>
              <a:t>（rejected-edit buffer），其中记录：</a:t>
            </a:r>
            <a:endParaRPr lang="zh-CN" altLang="en-US" sz="1600"/>
          </a:p>
          <a:p>
            <a:pPr lvl="1"/>
            <a:r>
              <a:rPr lang="en-US" altLang="zh-CN" sz="1600"/>
              <a:t>1.</a:t>
            </a:r>
            <a:r>
              <a:rPr lang="zh-CN" altLang="en-US" sz="1600"/>
              <a:t>仍然存在的失败模式；</a:t>
            </a:r>
            <a:endParaRPr lang="zh-CN" altLang="en-US" sz="1600"/>
          </a:p>
          <a:p>
            <a:pPr lvl="1"/>
            <a:r>
              <a:rPr lang="en-US" altLang="zh-CN" sz="1600"/>
              <a:t>2.</a:t>
            </a:r>
            <a:r>
              <a:rPr lang="zh-CN" altLang="en-US" sz="1600"/>
              <a:t>尝试过哪些修改；</a:t>
            </a:r>
            <a:endParaRPr lang="zh-CN" altLang="en-US" sz="1600"/>
          </a:p>
          <a:p>
            <a:pPr lvl="1"/>
            <a:r>
              <a:rPr lang="en-US" altLang="zh-CN" sz="1600"/>
              <a:t>3.</a:t>
            </a:r>
            <a:r>
              <a:rPr lang="zh-CN" altLang="en-US" sz="1600"/>
              <a:t>修改造成了怎样的分数下降。</a:t>
            </a:r>
            <a:endParaRPr lang="zh-CN" altLang="en-US" sz="1600"/>
          </a:p>
          <a:p>
            <a:pPr lvl="1"/>
            <a:endParaRPr lang="zh-CN" altLang="en-US" sz="1600"/>
          </a:p>
          <a:p>
            <a:r>
              <a:rPr lang="zh-CN" altLang="en-US" sz="1600"/>
              <a:t>后续反思会看到这段负反馈，避免重复尝试同一条坏路。</a:t>
            </a:r>
            <a:endParaRPr lang="zh-CN" altLang="en-US" sz="1600"/>
          </a:p>
        </p:txBody>
      </p:sp>
      <p:sp>
        <p:nvSpPr>
          <p:cNvPr id="11" name="文本框 10"/>
          <p:cNvSpPr txBox="1"/>
          <p:nvPr/>
        </p:nvSpPr>
        <p:spPr>
          <a:xfrm>
            <a:off x="7031990" y="3932555"/>
            <a:ext cx="366331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600"/>
              <a:t>不直接相信优化器模型的反思</a:t>
            </a:r>
            <a:endParaRPr lang="zh-CN" altLang="en-US" sz="1600"/>
          </a:p>
        </p:txBody>
      </p:sp>
      <p:sp>
        <p:nvSpPr>
          <p:cNvPr id="12" name="文本框 11"/>
          <p:cNvSpPr txBox="1"/>
          <p:nvPr/>
        </p:nvSpPr>
        <p:spPr>
          <a:xfrm>
            <a:off x="7031990" y="1268095"/>
            <a:ext cx="495681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600"/>
              <a:t>候选 Skill 生成后，目标模型会带着它重新执行选择集</a:t>
            </a:r>
            <a:endParaRPr lang="zh-CN" altLang="en-US" sz="1600"/>
          </a:p>
        </p:txBody>
      </p:sp>
    </p:spTree>
    <p:custDataLst>
      <p:tags r:id="rId2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Shape 4"/>
          <p:cNvSpPr/>
          <p:nvPr>
            <p:custDataLst>
              <p:tags r:id="rId1"/>
            </p:custDataLst>
          </p:nvPr>
        </p:nvSpPr>
        <p:spPr>
          <a:xfrm>
            <a:off x="1119505" y="3278505"/>
            <a:ext cx="3688715" cy="2767330"/>
          </a:xfrm>
          <a:prstGeom prst="rect">
            <a:avLst/>
          </a:prstGeom>
          <a:solidFill>
            <a:schemeClr val="bg1">
              <a:lumMod val="95000"/>
              <a:alpha val="90000"/>
            </a:schemeClr>
          </a:solidFill>
        </p:spPr>
        <p:txBody>
          <a:bodyPr/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Shape 5"/>
          <p:cNvSpPr/>
          <p:nvPr>
            <p:custDataLst>
              <p:tags r:id="rId2"/>
            </p:custDataLst>
          </p:nvPr>
        </p:nvSpPr>
        <p:spPr>
          <a:xfrm>
            <a:off x="1119505" y="3166110"/>
            <a:ext cx="3688715" cy="164465"/>
          </a:xfrm>
          <a:prstGeom prst="rect">
            <a:avLst/>
          </a:prstGeom>
          <a:solidFill>
            <a:srgbClr val="9DBCDD"/>
          </a:solidFill>
        </p:spPr>
        <p:txBody>
          <a:bodyPr/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37" name="组合 36"/>
          <p:cNvGrpSpPr/>
          <p:nvPr userDrawn="1">
            <p:custDataLst>
              <p:tags r:id="rId3"/>
            </p:custDataLst>
          </p:nvPr>
        </p:nvGrpSpPr>
        <p:grpSpPr>
          <a:xfrm>
            <a:off x="4001597" y="6045200"/>
            <a:ext cx="8190403" cy="812800"/>
            <a:chOff x="4001597" y="5613400"/>
            <a:chExt cx="8190403" cy="1244600"/>
          </a:xfrm>
        </p:grpSpPr>
        <p:sp>
          <p:nvSpPr>
            <p:cNvPr id="38" name="任意多边形: 形状 8"/>
            <p:cNvSpPr/>
            <p:nvPr>
              <p:custDataLst>
                <p:tags r:id="rId4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9" name="等腰三角形 38"/>
            <p:cNvSpPr/>
            <p:nvPr>
              <p:custDataLst>
                <p:tags r:id="rId5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3" name="矩形 2"/>
          <p:cNvSpPr>
            <a:spLocks noGrp="1"/>
          </p:cNvSpPr>
          <p:nvPr/>
        </p:nvSpPr>
        <p:spPr>
          <a:xfrm>
            <a:off x="685800" y="123825"/>
            <a:ext cx="447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0000"/>
              </a:lnSpc>
              <a:buNone/>
              <a:defRPr sz="1050" b="1">
                <a:solidFill>
                  <a:srgbClr val="DDEB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en-US" sz="10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sz="10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Long-term</a:t>
            </a:r>
            <a:endParaRPr sz="105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8134350" y="123825"/>
            <a:ext cx="238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lnSpc>
                <a:spcPct val="110000"/>
              </a:lnSpc>
              <a:buNone/>
              <a:defRPr sz="975" b="0">
                <a:solidFill>
                  <a:srgbClr val="DDEB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SkillOpt · Paper Reading</a:t>
            </a:r>
            <a:endParaRPr sz="975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85800" y="685800"/>
            <a:ext cx="10287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0000"/>
              </a:lnSpc>
              <a:buNone/>
              <a:defRPr sz="2625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62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Epoch-Wise Slow/Meta Update：跨epoch的长期状态</a:t>
            </a:r>
            <a:endParaRPr sz="2625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220470" y="3420110"/>
            <a:ext cx="33528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慢更新（Slow Update）：写给目标模型</a:t>
            </a:r>
            <a:endParaRPr sz="14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83615" y="1709420"/>
            <a:ext cx="499808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/>
              <a:t>前面的步骤处理当前一批轨迹，但仍有两个问题</a:t>
            </a:r>
            <a:r>
              <a:rPr lang="zh-CN" altLang="en-US"/>
              <a:t>：</a:t>
            </a:r>
            <a:endParaRPr lang="zh-CN" altLang="en-US" sz="1600"/>
          </a:p>
        </p:txBody>
      </p:sp>
      <p:sp>
        <p:nvSpPr>
          <p:cNvPr id="44" name="文本框 43"/>
          <p:cNvSpPr txBox="1"/>
          <p:nvPr/>
        </p:nvSpPr>
        <p:spPr>
          <a:xfrm>
            <a:off x="1119505" y="3613150"/>
            <a:ext cx="3688080" cy="24320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endParaRPr lang="zh-CN" altLang="en-US" sz="1200"/>
          </a:p>
          <a:p>
            <a:r>
              <a:rPr lang="zh-CN" altLang="en-US" sz="1200"/>
              <a:t>系统让上一 epoch 与当前 epoch 的 Skill 执行同一批任务，并把变化分为：</a:t>
            </a:r>
            <a:endParaRPr lang="zh-CN" altLang="en-US" sz="1200"/>
          </a:p>
          <a:p>
            <a:endParaRPr lang="zh-CN" altLang="en-US" sz="1200"/>
          </a:p>
          <a:p>
            <a:r>
              <a:rPr lang="zh-CN" altLang="en-US" sz="1200">
                <a:solidFill>
                  <a:schemeClr val="tx1">
                    <a:lumMod val="50000"/>
                    <a:lumOff val="50000"/>
                  </a:schemeClr>
                </a:solidFill>
              </a:rPr>
              <a:t>改进：错 → 对；</a:t>
            </a:r>
            <a:endParaRPr lang="zh-CN" altLang="en-US" sz="120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zh-CN" altLang="en-US" sz="1200">
                <a:solidFill>
                  <a:schemeClr val="tx1">
                    <a:lumMod val="50000"/>
                    <a:lumOff val="50000"/>
                  </a:schemeClr>
                </a:solidFill>
              </a:rPr>
              <a:t>回归：对 → 错；</a:t>
            </a:r>
            <a:endParaRPr lang="zh-CN" altLang="en-US" sz="120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zh-CN" altLang="en-US" sz="1200">
                <a:solidFill>
                  <a:schemeClr val="tx1">
                    <a:lumMod val="50000"/>
                    <a:lumOff val="50000"/>
                  </a:schemeClr>
                </a:solidFill>
              </a:rPr>
              <a:t>持续失败：错 → 错；</a:t>
            </a:r>
            <a:endParaRPr lang="zh-CN" altLang="en-US" sz="120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zh-CN" altLang="en-US" sz="1200">
                <a:solidFill>
                  <a:schemeClr val="tx1">
                    <a:lumMod val="50000"/>
                    <a:lumOff val="50000"/>
                  </a:schemeClr>
                </a:solidFill>
              </a:rPr>
              <a:t>稳定成功：对 → 对。</a:t>
            </a:r>
            <a:endParaRPr lang="zh-CN" altLang="en-US" sz="120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lang="zh-CN" altLang="en-US" sz="120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l">
              <a:buClrTx/>
              <a:buSzTx/>
              <a:buNone/>
            </a:pPr>
            <a:r>
              <a:rPr lang="zh-CN" altLang="en-US" sz="1200"/>
              <a:t>优化器据此写出长期指导</a:t>
            </a:r>
            <a:endParaRPr lang="zh-CN" altLang="en-US" sz="1200"/>
          </a:p>
        </p:txBody>
      </p:sp>
      <p:sp>
        <p:nvSpPr>
          <p:cNvPr id="45" name="Shape 4"/>
          <p:cNvSpPr/>
          <p:nvPr>
            <p:custDataLst>
              <p:tags r:id="rId6"/>
            </p:custDataLst>
          </p:nvPr>
        </p:nvSpPr>
        <p:spPr>
          <a:xfrm>
            <a:off x="6167755" y="3284855"/>
            <a:ext cx="3923665" cy="2271395"/>
          </a:xfrm>
          <a:prstGeom prst="rect">
            <a:avLst/>
          </a:prstGeom>
          <a:solidFill>
            <a:schemeClr val="bg1">
              <a:lumMod val="95000"/>
              <a:alpha val="90000"/>
            </a:schemeClr>
          </a:solidFill>
        </p:spPr>
        <p:txBody>
          <a:bodyPr/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Shape 5"/>
          <p:cNvSpPr/>
          <p:nvPr>
            <p:custDataLst>
              <p:tags r:id="rId7"/>
            </p:custDataLst>
          </p:nvPr>
        </p:nvSpPr>
        <p:spPr>
          <a:xfrm>
            <a:off x="6167755" y="3172460"/>
            <a:ext cx="3922395" cy="140970"/>
          </a:xfrm>
          <a:prstGeom prst="rect">
            <a:avLst/>
          </a:prstGeom>
          <a:solidFill>
            <a:srgbClr val="9DBCDD"/>
          </a:solidFill>
        </p:spPr>
        <p:txBody>
          <a:bodyPr/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矩形 46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6268720" y="3426460"/>
            <a:ext cx="382143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p>
            <a:pPr algn="l">
              <a:lnSpc>
                <a:spcPct val="106000"/>
              </a:lnSpc>
              <a:buNone/>
              <a:defRPr sz="1200" b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优化器元技能（Meta Skill）：写给优化器模型</a:t>
            </a:r>
            <a:endParaRPr sz="14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文本框 47"/>
          <p:cNvSpPr txBox="1"/>
          <p:nvPr>
            <p:custDataLst>
              <p:tags r:id="rId9"/>
            </p:custDataLst>
          </p:nvPr>
        </p:nvSpPr>
        <p:spPr>
          <a:xfrm>
            <a:off x="6167755" y="3619500"/>
            <a:ext cx="3923030" cy="1938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endParaRPr lang="zh-CN" altLang="en-US" sz="1200"/>
          </a:p>
          <a:p>
            <a:r>
              <a:rPr lang="zh-CN" altLang="en-US" sz="1200"/>
              <a:t>优化器元技能不是目标模型完成任务的技能，而是“怎样优化 Skill”的经验，例如：</a:t>
            </a:r>
            <a:endParaRPr lang="zh-CN" altLang="en-US" sz="1200"/>
          </a:p>
          <a:p>
            <a:endParaRPr lang="zh-CN" altLang="en-US" sz="1200"/>
          </a:p>
          <a:p>
            <a:r>
              <a:rPr lang="zh-CN" altLang="en-US" sz="1200">
                <a:solidFill>
                  <a:schemeClr val="tx1">
                    <a:lumMod val="50000"/>
                    <a:lumOff val="50000"/>
                  </a:schemeClr>
                </a:solidFill>
              </a:rPr>
              <a:t>哪类规则在该 benchmark 中有效；</a:t>
            </a:r>
            <a:endParaRPr lang="zh-CN" altLang="en-US" sz="120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zh-CN" altLang="en-US" sz="1200">
                <a:solidFill>
                  <a:schemeClr val="tx1">
                    <a:lumMod val="50000"/>
                    <a:lumOff val="50000"/>
                  </a:schemeClr>
                </a:solidFill>
              </a:rPr>
              <a:t>哪类修改过于模糊或容易造成回归；</a:t>
            </a:r>
            <a:endParaRPr lang="zh-CN" altLang="en-US" sz="120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zh-CN" altLang="en-US" sz="1200">
                <a:solidFill>
                  <a:schemeClr val="tx1">
                    <a:lumMod val="50000"/>
                    <a:lumOff val="50000"/>
                  </a:schemeClr>
                </a:solidFill>
              </a:rPr>
              <a:t>合并和排序时应优先考虑什么。</a:t>
            </a:r>
            <a:endParaRPr lang="zh-CN" altLang="en-US" sz="120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lang="zh-CN" altLang="en-US" sz="120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lang="zh-CN" altLang="en-US" sz="120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l">
              <a:buClrTx/>
              <a:buSzTx/>
              <a:buNone/>
            </a:pPr>
            <a:r>
              <a:rPr lang="zh-CN" altLang="en-US" sz="1200"/>
              <a:t>它只在训练中提供给优化器，不随最终 Skill 部署</a:t>
            </a:r>
            <a:endParaRPr lang="zh-CN" altLang="en-US" sz="1200"/>
          </a:p>
        </p:txBody>
      </p:sp>
      <p:sp>
        <p:nvSpPr>
          <p:cNvPr id="49" name="文本框 48"/>
          <p:cNvSpPr txBox="1"/>
          <p:nvPr/>
        </p:nvSpPr>
        <p:spPr>
          <a:xfrm>
            <a:off x="1044575" y="2501900"/>
            <a:ext cx="4772025" cy="4762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/>
              <a:t>因此论文在 epoch 边界加入两种长期状态。</a:t>
            </a:r>
            <a:endParaRPr lang="zh-CN" altLang="en-US"/>
          </a:p>
        </p:txBody>
      </p:sp>
      <p:sp>
        <p:nvSpPr>
          <p:cNvPr id="50" name="文本框 49"/>
          <p:cNvSpPr txBox="1"/>
          <p:nvPr/>
        </p:nvSpPr>
        <p:spPr>
          <a:xfrm>
            <a:off x="6240145" y="1628775"/>
            <a:ext cx="4949825" cy="5499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1600">
                <a:sym typeface="+mn-ea"/>
              </a:rPr>
              <a:t>1.</a:t>
            </a:r>
            <a:r>
              <a:rPr lang="zh-CN" altLang="en-US" sz="1600">
                <a:sym typeface="+mn-ea"/>
              </a:rPr>
              <a:t>系统可能只顾当前局部失败，忘记更早学到的规律；</a:t>
            </a:r>
            <a:endParaRPr lang="zh-CN" altLang="en-US" sz="1600"/>
          </a:p>
          <a:p>
            <a:r>
              <a:rPr lang="en-US" altLang="zh-CN" sz="1600">
                <a:sym typeface="+mn-ea"/>
              </a:rPr>
              <a:t>2.</a:t>
            </a:r>
            <a:r>
              <a:rPr lang="zh-CN" altLang="en-US" sz="1600">
                <a:sym typeface="+mn-ea"/>
              </a:rPr>
              <a:t>优化器可能反复提出同类低质量编辑。</a:t>
            </a:r>
            <a:endParaRPr lang="zh-CN" altLang="en-US" sz="1600"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119505" y="5510530"/>
            <a:ext cx="3619500" cy="3816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1200"/>
              <a:t>指导写入 Skill 的受保护区域，普通 step-level edits 不能覆盖它。</a:t>
            </a:r>
            <a:endParaRPr lang="zh-CN" altLang="en-US" sz="1200"/>
          </a:p>
        </p:txBody>
      </p:sp>
    </p:spTree>
    <p:custDataLst>
      <p:tags r:id="rId10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32" name="组合 31"/>
          <p:cNvGrpSpPr/>
          <p:nvPr userDrawn="1">
            <p:custDataLst>
              <p:tags r:id="rId1"/>
            </p:custDataLst>
          </p:nvPr>
        </p:nvGrpSpPr>
        <p:grpSpPr>
          <a:xfrm>
            <a:off x="4001597" y="6045200"/>
            <a:ext cx="8190403" cy="812800"/>
            <a:chOff x="4001597" y="5613400"/>
            <a:chExt cx="8190403" cy="1244600"/>
          </a:xfrm>
        </p:grpSpPr>
        <p:sp>
          <p:nvSpPr>
            <p:cNvPr id="33" name="任意多边形: 形状 8"/>
            <p:cNvSpPr/>
            <p:nvPr>
              <p:custDataLst>
                <p:tags r:id="rId2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4" name="等腰三角形 33"/>
            <p:cNvSpPr/>
            <p:nvPr>
              <p:custDataLst>
                <p:tags r:id="rId3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3" name="矩形 2"/>
          <p:cNvSpPr>
            <a:spLocks noGrp="1"/>
          </p:cNvSpPr>
          <p:nvPr/>
        </p:nvSpPr>
        <p:spPr>
          <a:xfrm>
            <a:off x="685800" y="123825"/>
            <a:ext cx="447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0000"/>
              </a:lnSpc>
              <a:buNone/>
              <a:defRPr sz="1050" b="1">
                <a:solidFill>
                  <a:srgbClr val="DDEB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en-US" sz="10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sz="10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Results</a:t>
            </a:r>
            <a:endParaRPr sz="105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8134350" y="123825"/>
            <a:ext cx="238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lnSpc>
                <a:spcPct val="110000"/>
              </a:lnSpc>
              <a:buNone/>
              <a:defRPr sz="975" b="0">
                <a:solidFill>
                  <a:srgbClr val="DDEB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SkillOpt · Paper Reading</a:t>
            </a:r>
            <a:endParaRPr sz="975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85800" y="685800"/>
            <a:ext cx="10287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0000"/>
              </a:lnSpc>
              <a:buNone/>
              <a:defRPr sz="2625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62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Main Results：</a:t>
            </a:r>
            <a:r>
              <a:rPr>
                <a:sym typeface="+mn-ea"/>
              </a:rPr>
              <a:t>52 个实验全部最优或并列最优</a:t>
            </a:r>
            <a:endParaRPr sz="2625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407670" y="1340485"/>
            <a:ext cx="5718175" cy="472122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6311900" y="2861945"/>
            <a:ext cx="5532755" cy="3185795"/>
          </a:xfrm>
          <a:prstGeom prst="rect">
            <a:avLst/>
          </a:prstGeom>
        </p:spPr>
      </p:pic>
      <p:sp>
        <p:nvSpPr>
          <p:cNvPr id="29" name="文本框 28"/>
          <p:cNvSpPr txBox="1"/>
          <p:nvPr/>
        </p:nvSpPr>
        <p:spPr>
          <a:xfrm>
            <a:off x="551815" y="6093460"/>
            <a:ext cx="818515" cy="2546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1400"/>
              <a:t>Table 1</a:t>
            </a:r>
            <a:endParaRPr lang="zh-CN" altLang="en-US" sz="1400"/>
          </a:p>
        </p:txBody>
      </p:sp>
      <p:sp>
        <p:nvSpPr>
          <p:cNvPr id="8" name="矩形 7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6438900" y="1461135"/>
            <a:ext cx="2381250" cy="1104900"/>
          </a:xfrm>
          <a:prstGeom prst="rect">
            <a:avLst/>
          </a:prstGeom>
          <a:noFill/>
          <a:ln w="9525">
            <a:solidFill>
              <a:srgbClr val="C9CDD3"/>
            </a:solidFill>
            <a:prstDash val="solid"/>
          </a:ln>
        </p:spPr>
        <p:txBody>
          <a:bodyPr lIns="0" tIns="0" rIns="0" bIns="0" anchor="t"/>
          <a:p/>
        </p:txBody>
      </p:sp>
      <p:sp>
        <p:nvSpPr>
          <p:cNvPr id="9" name="矩形 8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6572250" y="1556385"/>
            <a:ext cx="21145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p>
            <a:pPr algn="l">
              <a:lnSpc>
                <a:spcPct val="112000"/>
              </a:lnSpc>
              <a:buNone/>
              <a:defRPr sz="1240" b="0">
                <a:solidFill>
                  <a:srgbClr val="1E5A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0">
                <a:solidFill>
                  <a:srgbClr val="1E5A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52 / 52</a:t>
            </a:r>
            <a:endParaRPr sz="1240" b="0">
              <a:solidFill>
                <a:srgbClr val="1E5A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buNone/>
              <a:defRPr sz="1240" b="0">
                <a:solidFill>
                  <a:srgbClr val="1E5A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0">
                <a:solidFill>
                  <a:srgbClr val="1E5A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按“模型 × benchmark × harness”计，SkillOpt 均为 best 或 tied-best。</a:t>
            </a:r>
            <a:endParaRPr sz="1240" b="0">
              <a:solidFill>
                <a:srgbClr val="1E5A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9010650" y="1461135"/>
            <a:ext cx="2381250" cy="1104900"/>
          </a:xfrm>
          <a:prstGeom prst="rect">
            <a:avLst/>
          </a:prstGeom>
          <a:noFill/>
          <a:ln w="9525">
            <a:solidFill>
              <a:srgbClr val="C9CDD3"/>
            </a:solidFill>
            <a:prstDash val="solid"/>
          </a:ln>
        </p:spPr>
        <p:txBody>
          <a:bodyPr lIns="0" tIns="0" rIns="0" bIns="0" anchor="t"/>
          <a:p/>
        </p:txBody>
      </p:sp>
      <p:sp>
        <p:nvSpPr>
          <p:cNvPr id="11" name="矩形 10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9144000" y="1556385"/>
            <a:ext cx="21145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p>
            <a:pPr algn="l">
              <a:lnSpc>
                <a:spcPct val="112000"/>
              </a:lnSpc>
              <a:buNone/>
              <a:defRPr sz="1240" b="0">
                <a:solidFill>
                  <a:srgbClr val="0B6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0">
                <a:solidFill>
                  <a:srgbClr val="0B6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七个 direct-chat 目标模型的平均每模型绝对提升。</a:t>
            </a:r>
            <a:endParaRPr sz="1240" b="0">
              <a:solidFill>
                <a:srgbClr val="0B6B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12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32" name="组合 31"/>
          <p:cNvGrpSpPr/>
          <p:nvPr userDrawn="1">
            <p:custDataLst>
              <p:tags r:id="rId1"/>
            </p:custDataLst>
          </p:nvPr>
        </p:nvGrpSpPr>
        <p:grpSpPr>
          <a:xfrm>
            <a:off x="4001597" y="6045200"/>
            <a:ext cx="8190403" cy="812800"/>
            <a:chOff x="4001597" y="5613400"/>
            <a:chExt cx="8190403" cy="1244600"/>
          </a:xfrm>
        </p:grpSpPr>
        <p:sp>
          <p:nvSpPr>
            <p:cNvPr id="33" name="任意多边形: 形状 8"/>
            <p:cNvSpPr/>
            <p:nvPr>
              <p:custDataLst>
                <p:tags r:id="rId2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4" name="等腰三角形 33"/>
            <p:cNvSpPr/>
            <p:nvPr>
              <p:custDataLst>
                <p:tags r:id="rId3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3" name="矩形 2"/>
          <p:cNvSpPr>
            <a:spLocks noGrp="1"/>
          </p:cNvSpPr>
          <p:nvPr/>
        </p:nvSpPr>
        <p:spPr>
          <a:xfrm>
            <a:off x="685800" y="123825"/>
            <a:ext cx="447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0000"/>
              </a:lnSpc>
              <a:buNone/>
              <a:defRPr sz="1050" b="1">
                <a:solidFill>
                  <a:srgbClr val="DDEB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en-US" sz="10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sz="10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Ablation</a:t>
            </a:r>
            <a:endParaRPr sz="105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8134350" y="123825"/>
            <a:ext cx="238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lnSpc>
                <a:spcPct val="110000"/>
              </a:lnSpc>
              <a:buNone/>
              <a:defRPr sz="975" b="0">
                <a:solidFill>
                  <a:srgbClr val="DDEB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SkillOpt · Paper Reading</a:t>
            </a:r>
            <a:endParaRPr sz="975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85800" y="685800"/>
            <a:ext cx="10287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0000"/>
              </a:lnSpc>
              <a:buNone/>
              <a:defRPr sz="2625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solidFill>
                  <a:schemeClr val="tx1"/>
                </a:solidFill>
                <a:sym typeface="+mn-ea"/>
              </a:rPr>
              <a:t>Table 2</a:t>
            </a:r>
            <a:r>
              <a:rPr lang="zh-CN">
                <a:solidFill>
                  <a:schemeClr val="tx1"/>
                </a:solidFill>
                <a:sym typeface="+mn-ea"/>
              </a:rPr>
              <a:t>：</a:t>
            </a:r>
            <a:r>
              <a:rPr>
                <a:sym typeface="+mn-ea"/>
              </a:rPr>
              <a:t>有足够证据且更新有界，不是某个脆弱超参数</a:t>
            </a:r>
            <a:endParaRPr sz="2625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479425" y="1495425"/>
            <a:ext cx="7715885" cy="311213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623570" y="4869180"/>
            <a:ext cx="7397750" cy="3073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10000"/>
              </a:lnSpc>
              <a:buNone/>
              <a:defRPr sz="1275" b="1">
                <a:solidFill>
                  <a:srgbClr val="123A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Table 2 支持“对精确 batch 与 scheduler 不敏感”</a:t>
            </a:r>
            <a:endParaRPr lang="zh-CN" altLang="en-US" sz="1275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3" name="矩形 12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8191500" y="1428750"/>
            <a:ext cx="2781300" cy="1104900"/>
          </a:xfrm>
          <a:prstGeom prst="rect">
            <a:avLst/>
          </a:prstGeom>
          <a:noFill/>
          <a:ln w="9525">
            <a:solidFill>
              <a:srgbClr val="C9CDD3"/>
            </a:solidFill>
            <a:prstDash val="solid"/>
          </a:ln>
        </p:spPr>
        <p:txBody>
          <a:bodyPr lIns="0" tIns="0" rIns="0" bIns="0" anchor="t"/>
          <a:p/>
        </p:txBody>
      </p:sp>
      <p:sp>
        <p:nvSpPr>
          <p:cNvPr id="14" name="矩形 13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8324850" y="1524000"/>
            <a:ext cx="2470785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p>
            <a:pPr algn="l">
              <a:lnSpc>
                <a:spcPct val="112000"/>
              </a:lnSpc>
              <a:buNone/>
              <a:defRPr sz="1240" b="0">
                <a:solidFill>
                  <a:srgbClr val="1E5A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1">
                <a:solidFill>
                  <a:srgbClr val="1E5A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训练证据量</a:t>
            </a:r>
            <a:endParaRPr sz="1240" b="1">
              <a:solidFill>
                <a:srgbClr val="1E5A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buNone/>
              <a:defRPr sz="1240" b="0">
                <a:solidFill>
                  <a:srgbClr val="1E5A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0">
                <a:solidFill>
                  <a:srgbClr val="1E5A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Spreadsheet：47.5 → 78.0；LiveMath：59.1 → 70.5</a:t>
            </a:r>
            <a:endParaRPr sz="1240" b="0">
              <a:solidFill>
                <a:srgbClr val="1E5A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buNone/>
              <a:defRPr sz="1240" b="0">
                <a:solidFill>
                  <a:srgbClr val="1E5A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0">
                <a:solidFill>
                  <a:srgbClr val="1E5A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（1 example → 100% train）。</a:t>
            </a:r>
            <a:endParaRPr sz="1240" b="0">
              <a:solidFill>
                <a:srgbClr val="1E5A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8184515" y="2794635"/>
            <a:ext cx="2781300" cy="1236345"/>
          </a:xfrm>
          <a:prstGeom prst="rect">
            <a:avLst/>
          </a:prstGeom>
          <a:noFill/>
          <a:ln w="9525">
            <a:solidFill>
              <a:srgbClr val="C9CDD3"/>
            </a:solidFill>
            <a:prstDash val="solid"/>
          </a:ln>
        </p:spPr>
        <p:txBody>
          <a:bodyPr lIns="0" tIns="0" rIns="0" bIns="0" anchor="t"/>
          <a:p/>
        </p:txBody>
      </p:sp>
      <p:sp>
        <p:nvSpPr>
          <p:cNvPr id="16" name="矩形 15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8317865" y="2889885"/>
            <a:ext cx="25146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p>
            <a:pPr algn="l">
              <a:lnSpc>
                <a:spcPct val="112000"/>
              </a:lnSpc>
              <a:buNone/>
              <a:defRPr sz="1240" b="0">
                <a:solidFill>
                  <a:srgbClr val="0B6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1">
                <a:solidFill>
                  <a:srgbClr val="0B6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两种 batch size</a:t>
            </a:r>
            <a:endParaRPr sz="1240" b="1">
              <a:solidFill>
                <a:srgbClr val="0B6B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buNone/>
              <a:defRPr sz="1240" b="0">
                <a:solidFill>
                  <a:srgbClr val="0B6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0">
                <a:solidFill>
                  <a:srgbClr val="0B6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Reflection minibatch 1–32、rollout batch 8–full epoch：SearchQA 与 Spreadsheet 较平稳。</a:t>
            </a:r>
            <a:endParaRPr sz="1240" b="0">
              <a:solidFill>
                <a:srgbClr val="0B6B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8191500" y="4292600"/>
            <a:ext cx="2781300" cy="1345565"/>
          </a:xfrm>
          <a:prstGeom prst="rect">
            <a:avLst/>
          </a:prstGeom>
          <a:noFill/>
          <a:ln w="9525">
            <a:solidFill>
              <a:srgbClr val="C9CDD3"/>
            </a:solidFill>
            <a:prstDash val="solid"/>
          </a:ln>
        </p:spPr>
        <p:txBody>
          <a:bodyPr lIns="0" tIns="0" rIns="0" bIns="0" anchor="t"/>
          <a:p/>
        </p:txBody>
      </p:sp>
      <p:sp>
        <p:nvSpPr>
          <p:cNvPr id="18" name="矩形 17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8324850" y="4387850"/>
            <a:ext cx="2514600" cy="1183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p>
            <a:pPr algn="l">
              <a:lnSpc>
                <a:spcPct val="112000"/>
              </a:lnSpc>
              <a:buNone/>
              <a:defRPr sz="1240" b="0">
                <a:solidFill>
                  <a:srgbClr val="6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1">
                <a:solidFill>
                  <a:srgbClr val="6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文本学习率与调度</a:t>
            </a:r>
            <a:endParaRPr sz="1240" b="1">
              <a:solidFill>
                <a:srgbClr val="6E3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buNone/>
              <a:defRPr sz="1240" b="0">
                <a:solidFill>
                  <a:srgbClr val="6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0">
                <a:solidFill>
                  <a:srgbClr val="6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lr=1–16 都能工作；LiveMath 最优在 lr=8。</a:t>
            </a:r>
            <a:endParaRPr sz="1240" b="0">
              <a:solidFill>
                <a:srgbClr val="6E3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buNone/>
              <a:defRPr sz="1240" b="0">
                <a:solidFill>
                  <a:srgbClr val="6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0">
                <a:solidFill>
                  <a:srgbClr val="6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constant / cosine / linear 没有跨任务</a:t>
            </a:r>
            <a:r>
              <a:rPr lang="zh-CN" sz="1240" b="0">
                <a:solidFill>
                  <a:srgbClr val="6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稳定最高分</a:t>
            </a:r>
            <a:r>
              <a:rPr sz="1240" b="0">
                <a:solidFill>
                  <a:srgbClr val="6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240" b="0">
              <a:solidFill>
                <a:srgbClr val="6E3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12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32" name="组合 31"/>
          <p:cNvGrpSpPr/>
          <p:nvPr userDrawn="1">
            <p:custDataLst>
              <p:tags r:id="rId1"/>
            </p:custDataLst>
          </p:nvPr>
        </p:nvGrpSpPr>
        <p:grpSpPr>
          <a:xfrm>
            <a:off x="4001597" y="6045200"/>
            <a:ext cx="8190403" cy="812800"/>
            <a:chOff x="4001597" y="5613400"/>
            <a:chExt cx="8190403" cy="1244600"/>
          </a:xfrm>
        </p:grpSpPr>
        <p:sp>
          <p:nvSpPr>
            <p:cNvPr id="33" name="任意多边形: 形状 8"/>
            <p:cNvSpPr/>
            <p:nvPr>
              <p:custDataLst>
                <p:tags r:id="rId2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4" name="等腰三角形 33"/>
            <p:cNvSpPr/>
            <p:nvPr>
              <p:custDataLst>
                <p:tags r:id="rId3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3" name="矩形 2"/>
          <p:cNvSpPr>
            <a:spLocks noGrp="1"/>
          </p:cNvSpPr>
          <p:nvPr/>
        </p:nvSpPr>
        <p:spPr>
          <a:xfrm>
            <a:off x="685800" y="123825"/>
            <a:ext cx="447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0000"/>
              </a:lnSpc>
              <a:buNone/>
              <a:defRPr sz="1050" b="1">
                <a:solidFill>
                  <a:srgbClr val="DDEB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en-US" sz="10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r>
              <a:rPr sz="10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Ablation</a:t>
            </a:r>
            <a:endParaRPr sz="105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8134350" y="123825"/>
            <a:ext cx="238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lnSpc>
                <a:spcPct val="110000"/>
              </a:lnSpc>
              <a:buNone/>
              <a:defRPr sz="975" b="0">
                <a:solidFill>
                  <a:srgbClr val="DDEB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SkillOpt · Paper Reading</a:t>
            </a:r>
            <a:endParaRPr sz="975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85800" y="685800"/>
            <a:ext cx="10287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0000"/>
              </a:lnSpc>
              <a:buNone/>
              <a:defRPr sz="2625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sym typeface="+mn-ea"/>
              </a:rPr>
              <a:t>组件消融与 checkpoint 趋势：控制机制承担不同角色</a:t>
            </a:r>
            <a:endParaRPr sz="2625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685800" y="1257300"/>
            <a:ext cx="114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0000"/>
              </a:lnSpc>
              <a:buNone/>
              <a:defRPr sz="1015" b="1">
                <a:solidFill>
                  <a:srgbClr val="707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5" b="1">
                <a:solidFill>
                  <a:srgbClr val="707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Table 3</a:t>
            </a:r>
            <a:endParaRPr sz="1015" b="1">
              <a:solidFill>
                <a:srgbClr val="7070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6000750" y="1257300"/>
            <a:ext cx="114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0000"/>
              </a:lnSpc>
              <a:buNone/>
              <a:defRPr sz="1015" b="1">
                <a:solidFill>
                  <a:srgbClr val="707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5" b="1">
                <a:solidFill>
                  <a:srgbClr val="707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Figure 3</a:t>
            </a:r>
            <a:endParaRPr sz="1015" b="1">
              <a:solidFill>
                <a:srgbClr val="7070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335280" y="1630045"/>
            <a:ext cx="5544185" cy="223710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5880100" y="1613535"/>
            <a:ext cx="5108575" cy="2156460"/>
          </a:xfrm>
          <a:prstGeom prst="rect">
            <a:avLst/>
          </a:prstGeom>
        </p:spPr>
      </p:pic>
      <p:sp>
        <p:nvSpPr>
          <p:cNvPr id="12" name="矩形 11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685800" y="3829050"/>
            <a:ext cx="3238500" cy="1233170"/>
          </a:xfrm>
          <a:prstGeom prst="rect">
            <a:avLst/>
          </a:prstGeom>
          <a:noFill/>
          <a:ln w="9525">
            <a:solidFill>
              <a:srgbClr val="C9CDD3"/>
            </a:solidFill>
            <a:prstDash val="solid"/>
          </a:ln>
        </p:spPr>
        <p:txBody>
          <a:bodyPr lIns="0" tIns="0" rIns="0" bIns="0" anchor="t"/>
          <a:p/>
        </p:txBody>
      </p:sp>
      <p:sp>
        <p:nvSpPr>
          <p:cNvPr id="16" name="矩形 15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819150" y="3924300"/>
            <a:ext cx="2971800" cy="1314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p>
            <a:pPr algn="l">
              <a:lnSpc>
                <a:spcPct val="112000"/>
              </a:lnSpc>
              <a:buNone/>
              <a:defRPr sz="1240" b="0">
                <a:solidFill>
                  <a:srgbClr val="1E5A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0">
                <a:solidFill>
                  <a:srgbClr val="1E5A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</a:t>
            </a:r>
            <a:r>
              <a:rPr sz="1240" b="1">
                <a:solidFill>
                  <a:srgbClr val="1E5A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有界文本更新</a:t>
            </a:r>
            <a:endParaRPr sz="1240" b="1">
              <a:solidFill>
                <a:srgbClr val="1E5A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buNone/>
              <a:defRPr sz="1240" b="0">
                <a:solidFill>
                  <a:srgbClr val="1E5A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0">
                <a:solidFill>
                  <a:srgbClr val="1E5A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default lr=4 相比 without lr：</a:t>
            </a:r>
            <a:endParaRPr sz="1240" b="0">
              <a:solidFill>
                <a:srgbClr val="1E5A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buNone/>
              <a:defRPr sz="1240" b="0">
                <a:solidFill>
                  <a:srgbClr val="1E5A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0">
                <a:solidFill>
                  <a:srgbClr val="1E5A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SearchQA 87.1→84.6，Spreadsheet 77.5→75.7，LiveMath 61.3→57.3。</a:t>
            </a:r>
            <a:endParaRPr sz="1240" b="0">
              <a:solidFill>
                <a:srgbClr val="1E5A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4095750" y="3829050"/>
            <a:ext cx="3238500" cy="1233170"/>
          </a:xfrm>
          <a:prstGeom prst="rect">
            <a:avLst/>
          </a:prstGeom>
          <a:noFill/>
          <a:ln w="9525">
            <a:solidFill>
              <a:srgbClr val="C9CDD3"/>
            </a:solidFill>
            <a:prstDash val="solid"/>
          </a:ln>
        </p:spPr>
        <p:txBody>
          <a:bodyPr lIns="0" tIns="0" rIns="0" bIns="0" anchor="t"/>
          <a:p/>
        </p:txBody>
      </p:sp>
      <p:sp>
        <p:nvSpPr>
          <p:cNvPr id="18" name="矩形 17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4229100" y="3924300"/>
            <a:ext cx="2971800" cy="1314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p>
            <a:pPr algn="l">
              <a:lnSpc>
                <a:spcPct val="112000"/>
              </a:lnSpc>
              <a:buNone/>
              <a:defRPr sz="1240" b="0">
                <a:solidFill>
                  <a:srgbClr val="0B6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0">
                <a:solidFill>
                  <a:srgbClr val="0B6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</a:t>
            </a:r>
            <a:r>
              <a:rPr sz="1240" b="1">
                <a:solidFill>
                  <a:srgbClr val="0B6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负反馈与长期记忆</a:t>
            </a:r>
            <a:endParaRPr sz="1240" b="0">
              <a:solidFill>
                <a:srgbClr val="0B6B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buNone/>
              <a:defRPr sz="1240" b="0">
                <a:solidFill>
                  <a:srgbClr val="0B6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0">
                <a:solidFill>
                  <a:srgbClr val="0B6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去掉 rejected buffer 分别下降 1.6 / 4.6 / 2.4；</a:t>
            </a:r>
            <a:endParaRPr sz="1240" b="0">
              <a:solidFill>
                <a:srgbClr val="0B6B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buNone/>
              <a:defRPr sz="1240" b="0">
                <a:solidFill>
                  <a:srgbClr val="0B6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0">
                <a:solidFill>
                  <a:srgbClr val="0B6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同时去掉 meta + slow 时，Spreadsheet 77.5→55.0。</a:t>
            </a:r>
            <a:endParaRPr sz="1240" b="0">
              <a:solidFill>
                <a:srgbClr val="0B6B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>
            <p:custDataLst>
              <p:tags r:id="rId14"/>
            </p:custDataLst>
          </p:nvPr>
        </p:nvSpPr>
        <p:spPr>
          <a:xfrm>
            <a:off x="7505700" y="3829050"/>
            <a:ext cx="3467100" cy="1232535"/>
          </a:xfrm>
          <a:prstGeom prst="rect">
            <a:avLst/>
          </a:prstGeom>
          <a:noFill/>
          <a:ln w="9525">
            <a:solidFill>
              <a:srgbClr val="C9CDD3"/>
            </a:solidFill>
            <a:prstDash val="solid"/>
          </a:ln>
        </p:spPr>
        <p:txBody>
          <a:bodyPr lIns="0" tIns="0" rIns="0" bIns="0" anchor="t"/>
          <a:p/>
        </p:txBody>
      </p:sp>
      <p:sp>
        <p:nvSpPr>
          <p:cNvPr id="20" name="矩形 19"/>
          <p:cNvSpPr>
            <a:spLocks noGrp="1"/>
          </p:cNvSpPr>
          <p:nvPr>
            <p:custDataLst>
              <p:tags r:id="rId15"/>
            </p:custDataLst>
          </p:nvPr>
        </p:nvSpPr>
        <p:spPr>
          <a:xfrm>
            <a:off x="7639050" y="3924300"/>
            <a:ext cx="3200400" cy="1314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p>
            <a:pPr algn="l">
              <a:lnSpc>
                <a:spcPct val="112000"/>
              </a:lnSpc>
              <a:buNone/>
              <a:defRPr sz="1240" b="0">
                <a:solidFill>
                  <a:srgbClr val="6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0">
                <a:solidFill>
                  <a:srgbClr val="6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</a:t>
            </a:r>
            <a:r>
              <a:rPr sz="1240" b="1">
                <a:solidFill>
                  <a:srgbClr val="6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Selection gate</a:t>
            </a:r>
            <a:endParaRPr sz="1240" b="0">
              <a:solidFill>
                <a:srgbClr val="6E3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buNone/>
              <a:defRPr sz="1240" b="0">
                <a:solidFill>
                  <a:srgbClr val="6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0">
                <a:solidFill>
                  <a:srgbClr val="6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selection-best 与 unseen test 大体同向，但并不完全重合。Figure 3 支持“选择集选出的 checkpoint 通常更接近测试集的较好位置</a:t>
            </a:r>
            <a:r>
              <a:rPr lang="en-US" sz="1240" b="0">
                <a:solidFill>
                  <a:srgbClr val="6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endParaRPr lang="en-US" sz="1240" b="0">
              <a:solidFill>
                <a:srgbClr val="6E3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527685" y="5410200"/>
            <a:ext cx="11197590" cy="3276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10000"/>
              </a:lnSpc>
              <a:buNone/>
              <a:defRPr sz="1240" b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机制对应：</a:t>
            </a:r>
            <a:r>
              <a:rPr sz="140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edit budget 控步长；rejected buffer 防止重复坏改动；slow/meta 维护跨 epoch 经验；gate 决定候选能否进入当前 Skill。</a:t>
            </a:r>
            <a:endParaRPr lang="zh-CN" altLang="en-US" sz="140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  <p:custDataLst>
      <p:tags r:id="rId16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32" name="组合 31"/>
          <p:cNvGrpSpPr/>
          <p:nvPr userDrawn="1">
            <p:custDataLst>
              <p:tags r:id="rId1"/>
            </p:custDataLst>
          </p:nvPr>
        </p:nvGrpSpPr>
        <p:grpSpPr>
          <a:xfrm>
            <a:off x="4001597" y="6045200"/>
            <a:ext cx="8190403" cy="812800"/>
            <a:chOff x="4001597" y="5613400"/>
            <a:chExt cx="8190403" cy="1244600"/>
          </a:xfrm>
        </p:grpSpPr>
        <p:sp>
          <p:nvSpPr>
            <p:cNvPr id="33" name="任意多边形: 形状 8"/>
            <p:cNvSpPr/>
            <p:nvPr>
              <p:custDataLst>
                <p:tags r:id="rId2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4" name="等腰三角形 33"/>
            <p:cNvSpPr/>
            <p:nvPr>
              <p:custDataLst>
                <p:tags r:id="rId3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3" name="矩形 2"/>
          <p:cNvSpPr>
            <a:spLocks noGrp="1"/>
          </p:cNvSpPr>
          <p:nvPr/>
        </p:nvSpPr>
        <p:spPr>
          <a:xfrm>
            <a:off x="685800" y="123825"/>
            <a:ext cx="447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0000"/>
              </a:lnSpc>
              <a:buNone/>
              <a:defRPr sz="1050" b="1">
                <a:solidFill>
                  <a:srgbClr val="DDEB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en-US" sz="10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r>
              <a:rPr sz="10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Ablation</a:t>
            </a:r>
            <a:endParaRPr sz="105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8134350" y="123825"/>
            <a:ext cx="238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lnSpc>
                <a:spcPct val="110000"/>
              </a:lnSpc>
              <a:buNone/>
              <a:defRPr sz="975" b="0">
                <a:solidFill>
                  <a:srgbClr val="DDEB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SkillOpt · Paper Reading</a:t>
            </a:r>
            <a:endParaRPr sz="975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685800" y="685800"/>
            <a:ext cx="10287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p>
            <a:pPr algn="l">
              <a:lnSpc>
                <a:spcPct val="100000"/>
              </a:lnSpc>
              <a:buNone/>
              <a:defRPr sz="2625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sym typeface="+mn-ea"/>
              </a:rPr>
              <a:t>Table 4：迁移为正，但三种迁移的强度</a:t>
            </a:r>
            <a:r>
              <a:rPr lang="zh-CN">
                <a:sym typeface="+mn-ea"/>
              </a:rPr>
              <a:t>不同</a:t>
            </a:r>
            <a:endParaRPr lang="zh-CN">
              <a:sym typeface="+mn-ea"/>
            </a:endParaRPr>
          </a:p>
        </p:txBody>
      </p:sp>
      <p:pic>
        <p:nvPicPr>
          <p:cNvPr id="10" name="图片 9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839470" y="1402080"/>
            <a:ext cx="6249670" cy="4053840"/>
          </a:xfrm>
          <a:prstGeom prst="rect">
            <a:avLst/>
          </a:prstGeom>
        </p:spPr>
      </p:pic>
      <p:sp>
        <p:nvSpPr>
          <p:cNvPr id="13" name="矩形 12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7475220" y="1621790"/>
            <a:ext cx="3429000" cy="1104900"/>
          </a:xfrm>
          <a:prstGeom prst="rect">
            <a:avLst/>
          </a:prstGeom>
          <a:noFill/>
          <a:ln w="9525">
            <a:solidFill>
              <a:srgbClr val="C9CDD3"/>
            </a:solidFill>
            <a:prstDash val="solid"/>
          </a:ln>
        </p:spPr>
        <p:txBody>
          <a:bodyPr lIns="0" tIns="0" rIns="0" bIns="0" anchor="t"/>
          <a:p/>
        </p:txBody>
      </p:sp>
      <p:sp>
        <p:nvSpPr>
          <p:cNvPr id="14" name="矩形 13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7608570" y="1717040"/>
            <a:ext cx="31623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p>
            <a:pPr algn="l">
              <a:lnSpc>
                <a:spcPct val="112000"/>
              </a:lnSpc>
              <a:buNone/>
              <a:defRPr sz="1240" b="0">
                <a:solidFill>
                  <a:srgbClr val="1E5A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0">
                <a:solidFill>
                  <a:srgbClr val="1E5A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跨模型：4 个真实迁移均为正</a:t>
            </a:r>
            <a:endParaRPr sz="1240" b="0">
              <a:solidFill>
                <a:srgbClr val="1E5A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buNone/>
              <a:defRPr sz="1240" b="0">
                <a:solidFill>
                  <a:srgbClr val="1E5A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0">
                <a:solidFill>
                  <a:srgbClr val="1E5A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LiveMath GPT–5.4→nano：</a:t>
            </a:r>
            <a:endParaRPr sz="1240" b="0">
              <a:solidFill>
                <a:srgbClr val="1E5A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buNone/>
              <a:defRPr sz="1240" b="0">
                <a:solidFill>
                  <a:srgbClr val="1E5A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0">
                <a:solidFill>
                  <a:srgbClr val="1E5A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Transferred 28.8，甚至略高于 in-domain Direct 27.2。</a:t>
            </a:r>
            <a:endParaRPr sz="1240" b="0">
              <a:solidFill>
                <a:srgbClr val="1E5A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7475220" y="2898140"/>
            <a:ext cx="3429000" cy="1200150"/>
          </a:xfrm>
          <a:prstGeom prst="rect">
            <a:avLst/>
          </a:prstGeom>
          <a:noFill/>
          <a:ln w="9525">
            <a:solidFill>
              <a:srgbClr val="C9CDD3"/>
            </a:solidFill>
            <a:prstDash val="solid"/>
          </a:ln>
        </p:spPr>
        <p:txBody>
          <a:bodyPr lIns="0" tIns="0" rIns="0" bIns="0" anchor="t"/>
          <a:p/>
        </p:txBody>
      </p:sp>
      <p:sp>
        <p:nvSpPr>
          <p:cNvPr id="22" name="矩形 21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7608570" y="2993390"/>
            <a:ext cx="316230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p>
            <a:pPr algn="l">
              <a:lnSpc>
                <a:spcPct val="112000"/>
              </a:lnSpc>
              <a:buNone/>
              <a:defRPr sz="1240" b="0">
                <a:solidFill>
                  <a:srgbClr val="0B6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0">
                <a:solidFill>
                  <a:srgbClr val="0B6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跨 harness：最强信号</a:t>
            </a:r>
            <a:endParaRPr sz="1240" b="0">
              <a:solidFill>
                <a:srgbClr val="0B6B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buNone/>
              <a:defRPr sz="1240" b="0">
                <a:solidFill>
                  <a:srgbClr val="0B6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0">
                <a:solidFill>
                  <a:srgbClr val="0B6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Spreadsheet Codex→Claude +59.7；Claude→Codex +43.6。</a:t>
            </a:r>
            <a:endParaRPr sz="1240" b="0">
              <a:solidFill>
                <a:srgbClr val="0B6B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buNone/>
              <a:defRPr sz="1240" b="0">
                <a:solidFill>
                  <a:srgbClr val="0B6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0">
                <a:solidFill>
                  <a:srgbClr val="0B6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说明规则不只是命令行表面技巧。</a:t>
            </a:r>
            <a:endParaRPr sz="1240" b="0">
              <a:solidFill>
                <a:srgbClr val="0B6B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7475220" y="4269740"/>
            <a:ext cx="3429000" cy="843280"/>
          </a:xfrm>
          <a:prstGeom prst="rect">
            <a:avLst/>
          </a:prstGeom>
          <a:noFill/>
          <a:ln w="9525">
            <a:solidFill>
              <a:srgbClr val="C9CDD3"/>
            </a:solidFill>
            <a:prstDash val="solid"/>
          </a:ln>
        </p:spPr>
        <p:txBody>
          <a:bodyPr lIns="0" tIns="0" rIns="0" bIns="0" anchor="t"/>
          <a:p/>
        </p:txBody>
      </p:sp>
      <p:sp>
        <p:nvSpPr>
          <p:cNvPr id="24" name="矩形 23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7608570" y="4364990"/>
            <a:ext cx="31623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p>
            <a:pPr algn="l">
              <a:lnSpc>
                <a:spcPct val="112000"/>
              </a:lnSpc>
              <a:buNone/>
              <a:defRPr sz="1240" b="0">
                <a:solidFill>
                  <a:srgbClr val="6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0">
                <a:solidFill>
                  <a:srgbClr val="6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跨 benchmark：更弱但一致</a:t>
            </a:r>
            <a:endParaRPr sz="1240" b="0">
              <a:solidFill>
                <a:srgbClr val="6E3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buNone/>
              <a:defRPr sz="1240" b="0">
                <a:solidFill>
                  <a:srgbClr val="6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0">
                <a:solidFill>
                  <a:srgbClr val="6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OlympiadBench→Omni-MATH：</a:t>
            </a:r>
            <a:endParaRPr sz="1240" b="0">
              <a:solidFill>
                <a:srgbClr val="6E3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buNone/>
              <a:defRPr sz="1240" b="0">
                <a:solidFill>
                  <a:srgbClr val="6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0">
                <a:solidFill>
                  <a:srgbClr val="6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+3.7 / +1.8 / +1.3，三种模型规模均为正。</a:t>
            </a:r>
            <a:endParaRPr sz="1240" b="0">
              <a:solidFill>
                <a:srgbClr val="6E3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839470" y="1257300"/>
            <a:ext cx="989330" cy="1466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p>
            <a:pPr algn="l">
              <a:lnSpc>
                <a:spcPct val="110000"/>
              </a:lnSpc>
              <a:buNone/>
              <a:defRPr sz="1015" b="1">
                <a:solidFill>
                  <a:srgbClr val="707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5" b="1">
                <a:solidFill>
                  <a:srgbClr val="707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Table </a:t>
            </a:r>
            <a:r>
              <a:rPr lang="en-US" sz="1015" b="1">
                <a:solidFill>
                  <a:srgbClr val="707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lang="en-US" sz="1015" b="1">
              <a:solidFill>
                <a:srgbClr val="7070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14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36" name="组合 35"/>
          <p:cNvGrpSpPr/>
          <p:nvPr userDrawn="1">
            <p:custDataLst>
              <p:tags r:id="rId1"/>
            </p:custDataLst>
          </p:nvPr>
        </p:nvGrpSpPr>
        <p:grpSpPr>
          <a:xfrm>
            <a:off x="4001597" y="6045200"/>
            <a:ext cx="8190403" cy="812800"/>
            <a:chOff x="4001597" y="5613400"/>
            <a:chExt cx="8190403" cy="1244600"/>
          </a:xfrm>
        </p:grpSpPr>
        <p:sp>
          <p:nvSpPr>
            <p:cNvPr id="37" name="任意多边形: 形状 8"/>
            <p:cNvSpPr/>
            <p:nvPr>
              <p:custDataLst>
                <p:tags r:id="rId2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8" name="等腰三角形 37"/>
            <p:cNvSpPr/>
            <p:nvPr>
              <p:custDataLst>
                <p:tags r:id="rId3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3" name="矩形 2"/>
          <p:cNvSpPr>
            <a:spLocks noGrp="1"/>
          </p:cNvSpPr>
          <p:nvPr/>
        </p:nvSpPr>
        <p:spPr>
          <a:xfrm>
            <a:off x="685800" y="123825"/>
            <a:ext cx="447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0000"/>
              </a:lnSpc>
              <a:buNone/>
              <a:defRPr sz="1050" b="1">
                <a:solidFill>
                  <a:srgbClr val="DDEB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en-US" sz="10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  <a:r>
              <a:rPr sz="10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Learned Skills</a:t>
            </a:r>
            <a:endParaRPr sz="105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8134350" y="123825"/>
            <a:ext cx="238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lnSpc>
                <a:spcPct val="110000"/>
              </a:lnSpc>
              <a:buNone/>
              <a:defRPr sz="975" b="0">
                <a:solidFill>
                  <a:srgbClr val="DDEB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SkillOpt · Paper Reading</a:t>
            </a:r>
            <a:endParaRPr sz="975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85800" y="685800"/>
            <a:ext cx="10287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0000"/>
              </a:lnSpc>
              <a:buNone/>
              <a:defRPr sz="2625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62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Learned Skills：最终学到的是任务规程</a:t>
            </a:r>
            <a:endParaRPr sz="2625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0" name="图片 3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470" y="1484630"/>
            <a:ext cx="8603615" cy="281114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983615" y="4483100"/>
            <a:ext cx="7620000" cy="12604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600" b="1"/>
              <a:t>最终 best_skill.md：</a:t>
            </a:r>
            <a:endParaRPr lang="zh-CN" altLang="en-US" sz="1600" b="1"/>
          </a:p>
          <a:p>
            <a:endParaRPr lang="zh-CN" altLang="en-US" sz="1600"/>
          </a:p>
          <a:p>
            <a:r>
              <a:rPr lang="zh-CN" altLang="en-US" sz="1400"/>
              <a:t>长度为 379-1,995 tokens；</a:t>
            </a:r>
            <a:endParaRPr lang="zh-CN" altLang="en-US" sz="1400"/>
          </a:p>
          <a:p>
            <a:r>
              <a:rPr lang="zh-CN" altLang="en-US" sz="1400"/>
              <a:t>只包含 1-4 次被接受的有界更新；</a:t>
            </a:r>
            <a:endParaRPr lang="zh-CN" altLang="en-US" sz="1400"/>
          </a:p>
          <a:p>
            <a:r>
              <a:rPr lang="zh-CN" altLang="en-US" sz="1400"/>
              <a:t>内容主要是程序性规则，而不是具体训练样本答案</a:t>
            </a:r>
            <a:r>
              <a:rPr lang="zh-CN" altLang="en-US" sz="1600"/>
              <a:t>。</a:t>
            </a:r>
            <a:endParaRPr lang="zh-CN" altLang="en-US" sz="1600"/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52475" y="1556385"/>
            <a:ext cx="8728075" cy="2883535"/>
          </a:xfrm>
          <a:prstGeom prst="rect">
            <a:avLst/>
          </a:prstGeom>
          <a:noFill/>
          <a:ln w="9525">
            <a:solidFill>
              <a:srgbClr val="E0E0E0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" name="文本框 6"/>
          <p:cNvSpPr txBox="1"/>
          <p:nvPr/>
        </p:nvSpPr>
        <p:spPr>
          <a:xfrm>
            <a:off x="5951855" y="4483100"/>
            <a:ext cx="5112385" cy="12179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1600" b="1"/>
              <a:t>这一结果同时支持两个前文设计：</a:t>
            </a:r>
            <a:endParaRPr lang="zh-CN" altLang="en-US" sz="1600" b="1"/>
          </a:p>
          <a:p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有界编辑让最终 Skill 没有无限膨胀；</a:t>
            </a:r>
            <a:endParaRPr lang="zh-CN" altLang="en-US" sz="1400"/>
          </a:p>
          <a:p>
            <a:r>
              <a:rPr lang="zh-CN" altLang="en-US" sz="1400"/>
              <a:t>验证门让大量候选修改中只有少数真正进入最佳版本</a:t>
            </a:r>
            <a:r>
              <a:rPr lang="zh-CN" altLang="en-US"/>
              <a:t>。</a:t>
            </a:r>
            <a:endParaRPr lang="zh-CN" altLang="en-US"/>
          </a:p>
        </p:txBody>
      </p:sp>
    </p:spTree>
    <p:custDataLst>
      <p:tags r:id="rId5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36" name="组合 35"/>
          <p:cNvGrpSpPr/>
          <p:nvPr userDrawn="1">
            <p:custDataLst>
              <p:tags r:id="rId1"/>
            </p:custDataLst>
          </p:nvPr>
        </p:nvGrpSpPr>
        <p:grpSpPr>
          <a:xfrm>
            <a:off x="4001597" y="6045200"/>
            <a:ext cx="8190403" cy="812800"/>
            <a:chOff x="4001597" y="5613400"/>
            <a:chExt cx="8190403" cy="1244600"/>
          </a:xfrm>
        </p:grpSpPr>
        <p:sp>
          <p:nvSpPr>
            <p:cNvPr id="37" name="任意多边形: 形状 8"/>
            <p:cNvSpPr/>
            <p:nvPr>
              <p:custDataLst>
                <p:tags r:id="rId2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8" name="等腰三角形 37"/>
            <p:cNvSpPr/>
            <p:nvPr>
              <p:custDataLst>
                <p:tags r:id="rId3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3" name="矩形 2"/>
          <p:cNvSpPr>
            <a:spLocks noGrp="1"/>
          </p:cNvSpPr>
          <p:nvPr/>
        </p:nvSpPr>
        <p:spPr>
          <a:xfrm>
            <a:off x="685800" y="123825"/>
            <a:ext cx="447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0000"/>
              </a:lnSpc>
              <a:buNone/>
              <a:defRPr sz="1050" b="1">
                <a:solidFill>
                  <a:srgbClr val="DDEB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en-US" sz="10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  <a:r>
              <a:rPr sz="10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Learned Skills</a:t>
            </a:r>
            <a:endParaRPr sz="105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8134350" y="123825"/>
            <a:ext cx="238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lnSpc>
                <a:spcPct val="110000"/>
              </a:lnSpc>
              <a:buNone/>
              <a:defRPr sz="975" b="0">
                <a:solidFill>
                  <a:srgbClr val="DDEB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SkillOpt · Paper Reading</a:t>
            </a:r>
            <a:endParaRPr sz="975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85800" y="685800"/>
            <a:ext cx="10287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0000"/>
              </a:lnSpc>
              <a:buNone/>
              <a:defRPr sz="2625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262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</a:t>
            </a:r>
            <a:r>
              <a:rPr lang="zh-CN" sz="262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成本</a:t>
            </a:r>
            <a:endParaRPr lang="zh-CN" sz="2625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055370" y="1628775"/>
            <a:ext cx="7957185" cy="217741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1127760" y="3860800"/>
            <a:ext cx="6096000" cy="4356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12000"/>
              </a:lnSpc>
              <a:buNone/>
              <a:defRPr sz="1240" b="0">
                <a:solidFill>
                  <a:srgbClr val="0B6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整体训练成本较高</a:t>
            </a:r>
            <a:endParaRPr lang="zh-CN" sz="20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  <p:custDataLst>
      <p:tags r:id="rId6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35" name="组合 34"/>
          <p:cNvGrpSpPr/>
          <p:nvPr userDrawn="1">
            <p:custDataLst>
              <p:tags r:id="rId1"/>
            </p:custDataLst>
          </p:nvPr>
        </p:nvGrpSpPr>
        <p:grpSpPr>
          <a:xfrm>
            <a:off x="4001597" y="6045200"/>
            <a:ext cx="8190403" cy="812800"/>
            <a:chOff x="4001597" y="5613400"/>
            <a:chExt cx="8190403" cy="1244600"/>
          </a:xfrm>
        </p:grpSpPr>
        <p:sp>
          <p:nvSpPr>
            <p:cNvPr id="36" name="任意多边形: 形状 8"/>
            <p:cNvSpPr/>
            <p:nvPr>
              <p:custDataLst>
                <p:tags r:id="rId2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7" name="等腰三角形 36"/>
            <p:cNvSpPr/>
            <p:nvPr>
              <p:custDataLst>
                <p:tags r:id="rId3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3" name="矩形 2"/>
          <p:cNvSpPr>
            <a:spLocks noGrp="1"/>
          </p:cNvSpPr>
          <p:nvPr/>
        </p:nvSpPr>
        <p:spPr>
          <a:xfrm>
            <a:off x="685800" y="123825"/>
            <a:ext cx="447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0000"/>
              </a:lnSpc>
              <a:buNone/>
              <a:defRPr sz="1050" b="1">
                <a:solidFill>
                  <a:srgbClr val="DDEB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en-US" sz="10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</a:t>
            </a:r>
            <a:r>
              <a:rPr sz="10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Writing</a:t>
            </a:r>
            <a:endParaRPr sz="105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8134350" y="123825"/>
            <a:ext cx="238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lnSpc>
                <a:spcPct val="110000"/>
              </a:lnSpc>
              <a:buNone/>
              <a:defRPr sz="975" b="0">
                <a:solidFill>
                  <a:srgbClr val="DDEB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SkillOpt · Paper Reading</a:t>
            </a:r>
            <a:endParaRPr sz="975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85800" y="685800"/>
            <a:ext cx="10287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0000"/>
              </a:lnSpc>
              <a:buNone/>
              <a:defRPr sz="2625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62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论文结构与叙述手法</a:t>
            </a:r>
            <a:endParaRPr sz="2625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38835" y="1735455"/>
            <a:ext cx="609663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 b="1"/>
              <a:t>Figure 1 讲“为什么”，Figure 2 讲“怎么做</a:t>
            </a:r>
            <a:r>
              <a:rPr lang="zh-CN" altLang="en-US"/>
              <a:t>”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415415" y="2167890"/>
            <a:ext cx="6096000" cy="737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/>
              <a:t>Figure 1 用优化地形解释自由重写为什么不稳定；</a:t>
            </a:r>
            <a:endParaRPr lang="zh-CN" altLang="en-US" sz="1400"/>
          </a:p>
          <a:p>
            <a:r>
              <a:rPr lang="zh-CN" altLang="en-US" sz="1400"/>
              <a:t>Figure 2 再把直觉展开成可执行管线。</a:t>
            </a:r>
            <a:endParaRPr lang="zh-CN" altLang="en-US" sz="1400"/>
          </a:p>
          <a:p>
            <a:r>
              <a:rPr lang="zh-CN" altLang="en-US" sz="1400"/>
              <a:t>先接受问题，再进入机制，顺序自然</a:t>
            </a:r>
            <a:endParaRPr lang="zh-CN" altLang="en-US" sz="1400"/>
          </a:p>
        </p:txBody>
      </p:sp>
      <p:sp>
        <p:nvSpPr>
          <p:cNvPr id="8" name="文本框 7"/>
          <p:cNvSpPr txBox="1"/>
          <p:nvPr/>
        </p:nvSpPr>
        <p:spPr>
          <a:xfrm>
            <a:off x="838835" y="3079115"/>
            <a:ext cx="609663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/>
              <a:t>深度学习类比贯穿方法，但实验没有强行维护类比</a:t>
            </a:r>
            <a:endParaRPr lang="zh-CN" altLang="en-US" b="1"/>
          </a:p>
        </p:txBody>
      </p:sp>
      <p:sp>
        <p:nvSpPr>
          <p:cNvPr id="12" name="文本框 11"/>
          <p:cNvSpPr txBox="1"/>
          <p:nvPr/>
        </p:nvSpPr>
        <p:spPr>
          <a:xfrm>
            <a:off x="840105" y="4336415"/>
            <a:ext cx="623951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/>
              <a:t>实验顺序与贡献声明一一对应</a:t>
            </a:r>
            <a:endParaRPr lang="zh-CN" altLang="en-US" b="1"/>
          </a:p>
        </p:txBody>
      </p:sp>
      <p:sp>
        <p:nvSpPr>
          <p:cNvPr id="16" name="文本框 15"/>
          <p:cNvSpPr txBox="1"/>
          <p:nvPr/>
        </p:nvSpPr>
        <p:spPr>
          <a:xfrm>
            <a:off x="1415415" y="4832350"/>
            <a:ext cx="829056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/>
              <a:t>论文第 4 节按照：</a:t>
            </a:r>
            <a:r>
              <a:rPr lang="zh-CN" altLang="en-US" sz="1400">
                <a:solidFill>
                  <a:schemeClr val="tx1"/>
                </a:solidFill>
              </a:rPr>
              <a:t>整体有效 → 组件原因 → 可迁移性 → 产物形态 → 行为演化</a:t>
            </a:r>
            <a:r>
              <a:rPr lang="en-US" altLang="zh-CN" sz="1400"/>
              <a:t> </a:t>
            </a:r>
            <a:r>
              <a:rPr lang="zh-CN" altLang="en-US" sz="1400"/>
              <a:t>逐步加强中心论点</a:t>
            </a:r>
            <a:endParaRPr lang="zh-CN" altLang="en-US" sz="1400"/>
          </a:p>
        </p:txBody>
      </p:sp>
      <p:sp>
        <p:nvSpPr>
          <p:cNvPr id="20" name="文本框 19"/>
          <p:cNvSpPr txBox="1"/>
          <p:nvPr/>
        </p:nvSpPr>
        <p:spPr>
          <a:xfrm>
            <a:off x="1414780" y="3572510"/>
            <a:ext cx="826389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/>
              <a:t>方法部分持续使用 batch、learning rate、validation 和 checkpoint 等语言，快速建立模型。</a:t>
            </a:r>
            <a:endParaRPr lang="zh-CN" altLang="en-US" sz="1400"/>
          </a:p>
          <a:p>
            <a:r>
              <a:rPr lang="zh-CN" altLang="en-US" sz="1400"/>
              <a:t>实验部分则回到实际问题，因此类比是解释工具，而不是论文结论本身。</a:t>
            </a:r>
            <a:endParaRPr lang="zh-CN" altLang="en-US" sz="1400"/>
          </a:p>
        </p:txBody>
      </p:sp>
      <p:sp>
        <p:nvSpPr>
          <p:cNvPr id="9" name="矩形 8"/>
          <p:cNvSpPr/>
          <p:nvPr/>
        </p:nvSpPr>
        <p:spPr>
          <a:xfrm>
            <a:off x="695325" y="1628775"/>
            <a:ext cx="10081260" cy="3743960"/>
          </a:xfrm>
          <a:prstGeom prst="rect">
            <a:avLst/>
          </a:prstGeom>
          <a:noFill/>
          <a:ln w="1905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4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31" name="组合 30"/>
          <p:cNvGrpSpPr/>
          <p:nvPr userDrawn="1">
            <p:custDataLst>
              <p:tags r:id="rId1"/>
            </p:custDataLst>
          </p:nvPr>
        </p:nvGrpSpPr>
        <p:grpSpPr>
          <a:xfrm>
            <a:off x="4001597" y="6045200"/>
            <a:ext cx="8190403" cy="812800"/>
            <a:chOff x="4001597" y="5613400"/>
            <a:chExt cx="8190403" cy="1244600"/>
          </a:xfrm>
        </p:grpSpPr>
        <p:sp>
          <p:nvSpPr>
            <p:cNvPr id="32" name="任意多边形: 形状 8"/>
            <p:cNvSpPr/>
            <p:nvPr>
              <p:custDataLst>
                <p:tags r:id="rId2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3" name="等腰三角形 32"/>
            <p:cNvSpPr/>
            <p:nvPr>
              <p:custDataLst>
                <p:tags r:id="rId3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3" name="矩形 2"/>
          <p:cNvSpPr>
            <a:spLocks noGrp="1"/>
          </p:cNvSpPr>
          <p:nvPr/>
        </p:nvSpPr>
        <p:spPr>
          <a:xfrm>
            <a:off x="685800" y="123825"/>
            <a:ext cx="447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0000"/>
              </a:lnSpc>
              <a:buNone/>
              <a:defRPr sz="1050" b="1">
                <a:solidFill>
                  <a:srgbClr val="DDEB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05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8134350" y="123825"/>
            <a:ext cx="238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lnSpc>
                <a:spcPct val="110000"/>
              </a:lnSpc>
              <a:buNone/>
              <a:defRPr sz="975" b="0">
                <a:solidFill>
                  <a:srgbClr val="DDEB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SkillOpt · Paper Reading</a:t>
            </a:r>
            <a:endParaRPr sz="975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85800" y="685800"/>
            <a:ext cx="10287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0000"/>
              </a:lnSpc>
              <a:buNone/>
              <a:defRPr sz="2625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62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总结</a:t>
            </a:r>
            <a:endParaRPr sz="2625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55370" y="1772285"/>
            <a:ext cx="8810625" cy="33121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2000" b="1"/>
              <a:t>SkillOpt 的核心贡献可以压缩成：</a:t>
            </a:r>
            <a:endParaRPr lang="zh-CN" altLang="en-US" sz="2000" b="1"/>
          </a:p>
          <a:p>
            <a:endParaRPr lang="zh-CN" altLang="en-US" sz="2000"/>
          </a:p>
          <a:p>
            <a:r>
              <a:rPr lang="en-US" altLang="zh-CN"/>
              <a:t>1.</a:t>
            </a:r>
            <a:r>
              <a:rPr lang="zh-CN" altLang="en-US"/>
              <a:t>优化对象改变：不更新模型权重，而是训练外部 Skill 文档。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2.</a:t>
            </a:r>
            <a:r>
              <a:rPr lang="zh-CN" altLang="en-US"/>
              <a:t>修改方向来自经验：优化器分析目标模型真实的成功与失败轨迹。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3.</a:t>
            </a:r>
            <a:r>
              <a:rPr lang="zh-CN" altLang="en-US"/>
              <a:t>更新幅度受到限制：每一步只允许少量、局部、可审计的编辑。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4.</a:t>
            </a:r>
            <a:r>
              <a:rPr lang="zh-CN" altLang="en-US"/>
              <a:t>真实性能决定是否接受：选择集验证，而不是优化器模型自我评价。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5.</a:t>
            </a:r>
            <a:r>
              <a:rPr lang="zh-CN" altLang="en-US"/>
              <a:t>训练与部署分离：强优化器离线工作，线上只加载一个短 Markdown 技能。</a:t>
            </a:r>
            <a:endParaRPr lang="zh-CN" altLang="en-US"/>
          </a:p>
          <a:p>
            <a:endParaRPr lang="zh-CN" altLang="en-US" sz="1600"/>
          </a:p>
          <a:p>
            <a:endParaRPr lang="zh-CN" altLang="en-US" sz="1600"/>
          </a:p>
          <a:p>
            <a:endParaRPr lang="zh-CN" altLang="en-US"/>
          </a:p>
        </p:txBody>
      </p:sp>
      <p:sp>
        <p:nvSpPr>
          <p:cNvPr id="9" name="矩形 8"/>
          <p:cNvSpPr/>
          <p:nvPr>
            <p:custDataLst>
              <p:tags r:id="rId4"/>
            </p:custDataLst>
          </p:nvPr>
        </p:nvSpPr>
        <p:spPr>
          <a:xfrm>
            <a:off x="695325" y="1628775"/>
            <a:ext cx="10081260" cy="3743960"/>
          </a:xfrm>
          <a:prstGeom prst="rect">
            <a:avLst/>
          </a:prstGeom>
          <a:noFill/>
          <a:ln w="1905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5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6*i*6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6*i*7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6*i*8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3*i*1"/>
  <p:tag name="KSO_WM_UNIT_BK_DARK_LIGHT" val="2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1"/>
</p:tagLst>
</file>

<file path=ppt/tags/tag91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1"/>
</p:tagLst>
</file>

<file path=ppt/tags/tag94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4*i*1"/>
  <p:tag name="KSO_WM_UNIT_BK_DARK_LIGHT" val="1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5*i*1"/>
  <p:tag name="KSO_WM_UNIT_BK_DARK_LIGHT" val="1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20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21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6*i*1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6*i*2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6*i*3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6*i*1"/>
  <p:tag name="KSO_WM_UNIT_BK_DARK_LIGHT" val="1"/>
  <p:tag name="KSO_WM_UNIT_LAYERLEVEL" val="1"/>
  <p:tag name="KSO_WM_TAG_VERSION" val="1.0"/>
  <p:tag name="KSO_WM_BEAUTIFY_FLAG" val="#wm#"/>
</p:tagLst>
</file>

<file path=ppt/tags/tag125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27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28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29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3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7*i*1"/>
  <p:tag name="KSO_WM_UNIT_LAYERLEVEL" val="1"/>
  <p:tag name="KSO_WM_TAG_VERSION" val="1.0"/>
  <p:tag name="KSO_WM_BEAUTIFY_FLAG" val="#wm#"/>
</p:tagLst>
</file>

<file path=ppt/tags/tag132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7*i*2"/>
  <p:tag name="KSO_WM_UNIT_LAYERLEVEL" val="1"/>
  <p:tag name="KSO_WM_TAG_VERSION" val="1.0"/>
  <p:tag name="KSO_WM_BEAUTIFY_FLAG" val="#wm#"/>
</p:tagLst>
</file>

<file path=ppt/tags/tag133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7*i*3"/>
  <p:tag name="KSO_WM_UNIT_LAYERLEVEL" val="1"/>
  <p:tag name="KSO_WM_TAG_VERSION" val="1.0"/>
  <p:tag name="KSO_WM_BEAUTIFY_FLAG" val="#wm#"/>
</p:tagLst>
</file>

<file path=ppt/tags/tag134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7*i*1"/>
  <p:tag name="KSO_WM_UNIT_BK_DARK_LIGHT" val="1"/>
  <p:tag name="KSO_WM_UNIT_LAYERLEVEL" val="1"/>
  <p:tag name="KSO_WM_TAG_VERSION" val="1.0"/>
  <p:tag name="KSO_WM_BEAUTIFY_FLAG" val="#wm#"/>
</p:tagLst>
</file>

<file path=ppt/tags/tag135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3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37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38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39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40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4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42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43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8*i*1"/>
  <p:tag name="KSO_WM_UNIT_BK_DARK_LIGHT" val="2"/>
  <p:tag name="KSO_WM_UNIT_LAYERLEVEL" val="1"/>
  <p:tag name="KSO_WM_TAG_VERSION" val="1.0"/>
  <p:tag name="KSO_WM_BEAUTIFY_FLAG" val="#wm#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2"/>
  <p:tag name="KSO_WM_UNIT_LAYERLEVEL" val="1"/>
  <p:tag name="KSO_WM_TAG_VERSION" val="1.0"/>
  <p:tag name="KSO_WM_BEAUTIFY_FLAG" val="#wm#"/>
  <p:tag name="KSO_WM_SLIDE_BACKGROUND_TYPE" val="belt"/>
  <p:tag name="KSO_WM_SLIDE_BK_DARK_LIGHT" val="1"/>
  <p:tag name="KSO_WM_UNIT_TYPE" val="i"/>
  <p:tag name="KSO_WM_UNIT_INDEX" val="2"/>
</p:tagLst>
</file>

<file path=ppt/tags/tag145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8*i*3"/>
  <p:tag name="KSO_WM_UNIT_LAYERLEVEL" val="1"/>
  <p:tag name="KSO_WM_TAG_VERSION" val="1.0"/>
  <p:tag name="KSO_WM_BEAUTIFY_FLAG" val="#wm#"/>
</p:tagLst>
</file>

<file path=ppt/tags/tag146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8*i*4"/>
  <p:tag name="KSO_WM_UNIT_LAYERLEVEL" val="1"/>
  <p:tag name="KSO_WM_TAG_VERSION" val="1.0"/>
  <p:tag name="KSO_WM_BEAUTIFY_FLAG" val="#wm#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SLIDE_BACKGROUND_TYPE" val="belt"/>
  <p:tag name="KSO_WM_SLIDE_BK_DARK_LIGHT" val="1"/>
  <p:tag name="KSO_WM_UNIT_TYPE" val="i"/>
  <p:tag name="KSO_WM_UNIT_INDEX" val="1"/>
</p:tagLst>
</file>

<file path=ppt/tags/tag148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8*i*6"/>
  <p:tag name="KSO_WM_UNIT_LAYERLEVEL" val="1"/>
  <p:tag name="KSO_WM_TAG_VERSION" val="1.0"/>
  <p:tag name="KSO_WM_BEAUTIFY_FLAG" val="#wm#"/>
</p:tagLst>
</file>

<file path=ppt/tags/tag149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8*i*5"/>
  <p:tag name="KSO_WM_UNIT_LAYERLEVEL" val="1"/>
  <p:tag name="KSO_WM_TAG_VERSION" val="1.0"/>
  <p:tag name="KSO_WM_BEAUTIFY_FLAG" val="#wm#"/>
</p:tagLst>
</file>

<file path=ppt/tags/tag150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51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52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53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54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2545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2545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60.xml><?xml version="1.0" encoding="utf-8"?>
<p:tagLst xmlns:p="http://schemas.openxmlformats.org/presentationml/2006/main">
  <p:tag name="KSO_WM_TEMPLATE_SUBCATEGORY" val="0"/>
  <p:tag name="KSO_WM_TEMPLATE_COLOR_TYPE" val="1"/>
  <p:tag name="KSO_WM_TEMPLATE_MASTER_THUMB_INDEX" val="12"/>
  <p:tag name="KSO_WM_UNIT_SHOW_EDIT_AREA_INDICATION" val="0"/>
  <p:tag name="KSO_WM_TEMPLATE_THUMBS_INDEX" val="1、2、3、11、14"/>
  <p:tag name="KSO_WM_TAG_VERSION" val="1.0"/>
  <p:tag name="KSO_WM_BEAUTIFY_FLAG" val="#wm#"/>
  <p:tag name="KSO_WM_TEMPLATE_CATEGORY" val="custom"/>
  <p:tag name="KSO_WM_TEMPLATE_INDEX" val="20202545"/>
  <p:tag name="KSO_WM_TEMPLATE_MASTER_TYPE" val="1"/>
</p:tagLst>
</file>

<file path=ppt/tags/tag161.xml><?xml version="1.0" encoding="utf-8"?>
<p:tagLst xmlns:p="http://schemas.openxmlformats.org/presentationml/2006/main">
  <p:tag name="KSO_WM_UNIT_ISCONTENTSTITLE" val="0"/>
  <p:tag name="KSO_WM_UNIT_ISNUMDGMTITLE" val="0"/>
  <p:tag name="KSO_WM_UNIT_PRESET_TEXT" val="极简大气通用模板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2545_1*a*1"/>
  <p:tag name="KSO_WM_TEMPLATE_CATEGORY" val="custom"/>
  <p:tag name="KSO_WM_TEMPLATE_INDEX" val="20202545"/>
  <p:tag name="KSO_WM_UNIT_LAYERLEVEL" val="1"/>
  <p:tag name="KSO_WM_TAG_VERSION" val="1.0"/>
  <p:tag name="KSO_WM_BEAUTIFY_FLAG" val="#wm#"/>
  <p:tag name="KSO_WM_UNIT_TEXT_FILL_FORE_SCHEMECOLOR_INDEX_BRIGHTNESS" val="0.15"/>
  <p:tag name="KSO_WM_UNIT_TEXT_FILL_FORE_SCHEMECOLOR_INDEX" val="13"/>
  <p:tag name="KSO_WM_UNIT_TEXT_FILL_TYPE" val="1"/>
</p:tagLst>
</file>

<file path=ppt/tags/tag162.xml><?xml version="1.0" encoding="utf-8"?>
<p:tagLst xmlns:p="http://schemas.openxmlformats.org/presentationml/2006/main">
  <p:tag name="KSO_WM_UNIT_ISCONTENTSTITLE" val="0"/>
  <p:tag name="KSO_WM_UNIT_ISNUMDGMTITLE" val="0"/>
  <p:tag name="KSO_WM_UNIT_PRESET_TEXT" val="汇报人姓名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2"/>
  <p:tag name="KSO_WM_UNIT_ID" val="custom20202545_1*b*2"/>
  <p:tag name="KSO_WM_TEMPLATE_CATEGORY" val="custom"/>
  <p:tag name="KSO_WM_TEMPLATE_INDEX" val="20202545"/>
  <p:tag name="KSO_WM_UNIT_LAYERLEVEL" val="1"/>
  <p:tag name="KSO_WM_TAG_VERSION" val="1.0"/>
  <p:tag name="KSO_WM_BEAUTIFY_FLAG" val="#wm#"/>
  <p:tag name="KSO_WM_UNIT_TEXT_FILL_FORE_SCHEMECOLOR_INDEX_BRIGHTNESS" val="0.15"/>
  <p:tag name="KSO_WM_UNIT_TEXT_FILL_FORE_SCHEMECOLOR_INDEX" val="13"/>
  <p:tag name="KSO_WM_UNIT_TEXT_FILL_TYPE" val="1"/>
</p:tagLst>
</file>

<file path=ppt/tags/tag163.xml><?xml version="1.0" encoding="utf-8"?>
<p:tagLst xmlns:p="http://schemas.openxmlformats.org/presentationml/2006/main">
  <p:tag name="KSO_WM_UNIT_ISCONTENTSTITLE" val="0"/>
  <p:tag name="KSO_WM_UNIT_ISNUMDGMTITLE" val="0"/>
  <p:tag name="KSO_WM_UNIT_PRESET_TEXT" val="汇报日期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3"/>
  <p:tag name="KSO_WM_UNIT_ID" val="custom20202545_1*b*3"/>
  <p:tag name="KSO_WM_TEMPLATE_CATEGORY" val="custom"/>
  <p:tag name="KSO_WM_TEMPLATE_INDEX" val="20202545"/>
  <p:tag name="KSO_WM_UNIT_LAYERLEVEL" val="1"/>
  <p:tag name="KSO_WM_TAG_VERSION" val="1.0"/>
  <p:tag name="KSO_WM_BEAUTIFY_FLAG" val="#wm#"/>
  <p:tag name="KSO_WM_UNIT_TEXT_FILL_FORE_SCHEMECOLOR_INDEX_BRIGHTNESS" val="0.15"/>
  <p:tag name="KSO_WM_UNIT_TEXT_FILL_FORE_SCHEMECOLOR_INDEX" val="13"/>
  <p:tag name="KSO_WM_UNIT_TEXT_FILL_TYPE" val="1"/>
</p:tagLst>
</file>

<file path=ppt/tags/tag164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TYPE" val="i"/>
</p:tagLst>
</file>

<file path=ppt/tags/tag165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66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"/>
  <p:tag name="KSO_WM_UNIT_FILL_FORE_SCHEMECOLOR_INDEX_BRIGHTNESS" val="0.4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67.xml><?xml version="1.0" encoding="utf-8"?>
<p:tagLst xmlns:p="http://schemas.openxmlformats.org/presentationml/2006/main">
  <p:tag name="KSO_WM_BEAUTIFY_FLAG" val=""/>
</p:tagLst>
</file>

<file path=ppt/tags/tag168.xml><?xml version="1.0" encoding="utf-8"?>
<p:tagLst xmlns:p="http://schemas.openxmlformats.org/presentationml/2006/main">
  <p:tag name="KSO_WM_TEMPLATE_THUMBS_INDEX" val="1、2、6、7、9、11、14、15"/>
  <p:tag name="KSO_WM_SLIDE_ID" val="custom20202545_1"/>
  <p:tag name="KSO_WM_TEMPLATE_SUBCATEGORY" val="0"/>
  <p:tag name="KSO_WM_TEMPLATE_MASTER_TYPE" val="1"/>
  <p:tag name="KSO_WM_TEMPLATE_COLOR_TYPE" val="1"/>
  <p:tag name="KSO_WM_SLIDE_TYPE" val="title"/>
  <p:tag name="KSO_WM_SLIDE_SUBTYPE" val="pureTxt"/>
  <p:tag name="KSO_WM_SLIDE_ITEM_CNT" val="0"/>
  <p:tag name="KSO_WM_SLIDE_INDEX" val="1"/>
  <p:tag name="KSO_WM_TEMPLATE_MASTER_THUMB_INDEX" val="12"/>
  <p:tag name="KSO_WM_TAG_VERSION" val="1.0"/>
  <p:tag name="KSO_WM_BEAUTIFY_FLAG" val="#wm#"/>
  <p:tag name="KSO_WM_TEMPLATE_CATEGORY" val="custom"/>
  <p:tag name="KSO_WM_TEMPLATE_INDEX" val="20202545"/>
  <p:tag name="KSO_WM_SLIDE_LAYOUT" val="a_b"/>
  <p:tag name="KSO_WM_SLIDE_LAYOUT_CNT" val="1_3"/>
</p:tagLst>
</file>

<file path=ppt/tags/tag169.xml><?xml version="1.0" encoding="utf-8"?>
<p:tagLst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"/>
</p:tagLst>
</file>

<file path=ppt/tags/tag170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TYPE" val="i"/>
</p:tagLst>
</file>

<file path=ppt/tags/tag171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72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4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73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  <p:tag name="KSO_WM_UNIT_LINE_FORE_SCHEMECOLOR_INDEX_BRIGHTNESS" val="0"/>
  <p:tag name="KSO_WM_UNIT_LINE_FORE_SCHEMECOLOR_INDEX" val="6"/>
  <p:tag name="KSO_WM_UNIT_LINE_FILL_TYPE" val="2"/>
</p:tagLst>
</file>

<file path=ppt/tags/tag174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  <p:tag name="KSO_WM_UNIT_LINE_FORE_SCHEMECOLOR_INDEX_BRIGHTNESS" val="0"/>
  <p:tag name="KSO_WM_UNIT_LINE_FORE_SCHEMECOLOR_INDEX" val="6"/>
  <p:tag name="KSO_WM_UNIT_LINE_FILL_TYPE" val="2"/>
</p:tagLst>
</file>

<file path=ppt/tags/tag175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  <p:tag name="KSO_WM_UNIT_LINE_FORE_SCHEMECOLOR_INDEX_BRIGHTNESS" val="0"/>
  <p:tag name="KSO_WM_UNIT_LINE_FORE_SCHEMECOLOR_INDEX" val="6"/>
  <p:tag name="KSO_WM_UNIT_LINE_FILL_TYPE" val="2"/>
</p:tagLst>
</file>

<file path=ppt/tags/tag176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  <p:tag name="KSO_WM_UNIT_LINE_FORE_SCHEMECOLOR_INDEX_BRIGHTNESS" val="0"/>
  <p:tag name="KSO_WM_UNIT_LINE_FORE_SCHEMECOLOR_INDEX" val="6"/>
  <p:tag name="KSO_WM_UNIT_LINE_FILL_TYPE" val="2"/>
</p:tagLst>
</file>

<file path=ppt/tags/tag177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  <p:tag name="KSO_WM_UNIT_LINE_FORE_SCHEMECOLOR_INDEX_BRIGHTNESS" val="0"/>
  <p:tag name="KSO_WM_UNIT_LINE_FORE_SCHEMECOLOR_INDEX" val="6"/>
  <p:tag name="KSO_WM_UNIT_LINE_FILL_TYPE" val="2"/>
</p:tagLst>
</file>

<file path=ppt/tags/tag178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  <p:tag name="KSO_WM_UNIT_LINE_FORE_SCHEMECOLOR_INDEX_BRIGHTNESS" val="0"/>
  <p:tag name="KSO_WM_UNIT_LINE_FORE_SCHEMECOLOR_INDEX" val="6"/>
  <p:tag name="KSO_WM_UNIT_LINE_FILL_TYPE" val="2"/>
</p:tagLst>
</file>

<file path=ppt/tags/tag179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  <p:tag name="KSO_WM_UNIT_LINE_FORE_SCHEMECOLOR_INDEX_BRIGHTNESS" val="0"/>
  <p:tag name="KSO_WM_UNIT_LINE_FORE_SCHEMECOLOR_INDEX" val="6"/>
  <p:tag name="KSO_WM_UNIT_LINE_FILL_TYPE" val="2"/>
</p:tagLst>
</file>

<file path=ppt/tags/tag180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  <p:tag name="KSO_WM_UNIT_LINE_FORE_SCHEMECOLOR_INDEX_BRIGHTNESS" val="0"/>
  <p:tag name="KSO_WM_UNIT_LINE_FORE_SCHEMECOLOR_INDEX" val="6"/>
  <p:tag name="KSO_WM_UNIT_LINE_FILL_TYPE" val="2"/>
</p:tagLst>
</file>

<file path=ppt/tags/tag181.xml><?xml version="1.0" encoding="utf-8"?>
<p:tagLst xmlns:p="http://schemas.openxmlformats.org/presentationml/2006/main">
  <p:tag name="KSO_WM_SLIDE_BACKGROUND_TYPE" val="general"/>
  <p:tag name="KSO_WM_SLIDE_BK_DARK_LIGHT" val="2"/>
</p:tagLst>
</file>

<file path=ppt/tags/tag182.xml><?xml version="1.0" encoding="utf-8"?>
<p:tagLst xmlns:p="http://schemas.openxmlformats.org/presentationml/2006/main">
  <p:tag name="KSO_WM_BEAUTIFY_FLAG" val=""/>
</p:tagLst>
</file>

<file path=ppt/tags/tag183.xml><?xml version="1.0" encoding="utf-8"?>
<p:tagLst xmlns:p="http://schemas.openxmlformats.org/presentationml/2006/main">
  <p:tag name="KSO_WM_BEAUTIFY_FLAG" val=""/>
</p:tagLst>
</file>

<file path=ppt/tags/tag184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TYPE" val="i"/>
</p:tagLst>
</file>

<file path=ppt/tags/tag185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86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4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87.xml><?xml version="1.0" encoding="utf-8"?>
<p:tagLst xmlns:p="http://schemas.openxmlformats.org/presentationml/2006/main">
  <p:tag name="KSO_WM_UNIT_LINE_FORE_SCHEMECOLOR_INDEX_BRIGHTNESS" val="0"/>
  <p:tag name="KSO_WM_UNIT_LINE_FORE_SCHEMECOLOR_INDEX" val="6"/>
  <p:tag name="KSO_WM_UNIT_LINE_FILL_TYPE" val="2"/>
</p:tagLst>
</file>

<file path=ppt/tags/tag188.xml><?xml version="1.0" encoding="utf-8"?>
<p:tagLst xmlns:p="http://schemas.openxmlformats.org/presentationml/2006/main">
  <p:tag name="KSO_WM_BEAUTIFY_FLAG" val=""/>
</p:tagLst>
</file>

<file path=ppt/tags/tag189.xml><?xml version="1.0" encoding="utf-8"?>
<p:tagLst xmlns:p="http://schemas.openxmlformats.org/presentationml/2006/main">
  <p:tag name="KSO_WM_BEAUTIFY_FLAG" val=""/>
</p:tagLst>
</file>

<file path=ppt/tags/tag190.xml><?xml version="1.0" encoding="utf-8"?>
<p:tagLst xmlns:p="http://schemas.openxmlformats.org/presentationml/2006/main">
  <p:tag name="KSO_WM_BEAUTIFY_FLAG" val=""/>
</p:tagLst>
</file>

<file path=ppt/tags/tag191.xml><?xml version="1.0" encoding="utf-8"?>
<p:tagLst xmlns:p="http://schemas.openxmlformats.org/presentationml/2006/main">
  <p:tag name="KSO_WM_SLIDE_BACKGROUND_TYPE" val="general"/>
  <p:tag name="KSO_WM_SLIDE_BK_DARK_LIGHT" val="2"/>
</p:tagLst>
</file>

<file path=ppt/tags/tag192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TYPE" val="i"/>
</p:tagLst>
</file>

<file path=ppt/tags/tag193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94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4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95.xml><?xml version="1.0" encoding="utf-8"?>
<p:tagLst xmlns:p="http://schemas.openxmlformats.org/presentationml/2006/main">
  <p:tag name="KSO_WM_BEAUTIFY_FLAG" val=""/>
</p:tagLst>
</file>

<file path=ppt/tags/tag196.xml><?xml version="1.0" encoding="utf-8"?>
<p:tagLst xmlns:p="http://schemas.openxmlformats.org/presentationml/2006/main">
  <p:tag name="KSO_WM_SLIDE_BACKGROUND_TYPE" val="general"/>
  <p:tag name="KSO_WM_SLIDE_BK_DARK_LIGHT" val="2"/>
</p:tagLst>
</file>

<file path=ppt/tags/tag197.xml><?xml version="1.0" encoding="utf-8"?>
<p:tagLst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"/>
</p:tagLst>
</file>

<file path=ppt/tags/tag198.xml><?xml version="1.0" encoding="utf-8"?>
<p:tagLst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"/>
</p:tagLst>
</file>

<file path=ppt/tags/tag199.xml><?xml version="1.0" encoding="utf-8"?>
<p:tagLst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"/>
</p:tagLst>
</file>

<file path=ppt/tags/tag200.xml><?xml version="1.0" encoding="utf-8"?>
<p:tagLst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"/>
</p:tagLst>
</file>

<file path=ppt/tags/tag201.xml><?xml version="1.0" encoding="utf-8"?>
<p:tagLst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"/>
</p:tagLst>
</file>

<file path=ppt/tags/tag202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TYPE" val="i"/>
</p:tagLst>
</file>

<file path=ppt/tags/tag203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04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4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05.xml><?xml version="1.0" encoding="utf-8"?>
<p:tagLst xmlns:p="http://schemas.openxmlformats.org/presentationml/2006/main">
  <p:tag name="KSO_WM_UNIT_LINE_FORE_SCHEMECOLOR_INDEX_BRIGHTNESS" val="0"/>
  <p:tag name="KSO_WM_UNIT_LINE_FORE_SCHEMECOLOR_INDEX" val="6"/>
  <p:tag name="KSO_WM_UNIT_LINE_FILL_TYPE" val="2"/>
</p:tagLst>
</file>

<file path=ppt/tags/tag206.xml><?xml version="1.0" encoding="utf-8"?>
<p:tagLst xmlns:p="http://schemas.openxmlformats.org/presentationml/2006/main">
  <p:tag name="KSO_WM_UNIT_LINE_FORE_SCHEMECOLOR_INDEX_BRIGHTNESS" val="0"/>
  <p:tag name="KSO_WM_UNIT_LINE_FORE_SCHEMECOLOR_INDEX" val="6"/>
  <p:tag name="KSO_WM_UNIT_LINE_FILL_TYPE" val="2"/>
</p:tagLst>
</file>

<file path=ppt/tags/tag207.xml><?xml version="1.0" encoding="utf-8"?>
<p:tagLst xmlns:p="http://schemas.openxmlformats.org/presentationml/2006/main">
  <p:tag name="KSO_WM_UNIT_LINE_FORE_SCHEMECOLOR_INDEX_BRIGHTNESS" val="0"/>
  <p:tag name="KSO_WM_UNIT_LINE_FORE_SCHEMECOLOR_INDEX" val="6"/>
  <p:tag name="KSO_WM_UNIT_LINE_FILL_TYPE" val="2"/>
</p:tagLst>
</file>

<file path=ppt/tags/tag208.xml><?xml version="1.0" encoding="utf-8"?>
<p:tagLst xmlns:p="http://schemas.openxmlformats.org/presentationml/2006/main">
  <p:tag name="KSO_WM_UNIT_LINE_FORE_SCHEMECOLOR_INDEX_BRIGHTNESS" val="0"/>
  <p:tag name="KSO_WM_UNIT_LINE_FORE_SCHEMECOLOR_INDEX" val="6"/>
  <p:tag name="KSO_WM_UNIT_LINE_FILL_TYPE" val="2"/>
</p:tagLst>
</file>

<file path=ppt/tags/tag209.xml><?xml version="1.0" encoding="utf-8"?>
<p:tagLst xmlns:p="http://schemas.openxmlformats.org/presentationml/2006/main">
  <p:tag name="KSO_WM_UNIT_LINE_FORE_SCHEMECOLOR_INDEX_BRIGHTNESS" val="0"/>
  <p:tag name="KSO_WM_UNIT_LINE_FORE_SCHEMECOLOR_INDEX" val="6"/>
  <p:tag name="KSO_WM_UNIT_LINE_FILL_TYPE" val="2"/>
</p:tagLst>
</file>

<file path=ppt/tags/tag210.xml><?xml version="1.0" encoding="utf-8"?>
<p:tagLst xmlns:p="http://schemas.openxmlformats.org/presentationml/2006/main">
  <p:tag name="KSO_WM_UNIT_LINE_FORE_SCHEMECOLOR_INDEX_BRIGHTNESS" val="0"/>
  <p:tag name="KSO_WM_UNIT_LINE_FORE_SCHEMECOLOR_INDEX" val="6"/>
  <p:tag name="KSO_WM_UNIT_LINE_FILL_TYPE" val="2"/>
</p:tagLst>
</file>

<file path=ppt/tags/tag211.xml><?xml version="1.0" encoding="utf-8"?>
<p:tagLst xmlns:p="http://schemas.openxmlformats.org/presentationml/2006/main">
  <p:tag name="KSO_WM_UNIT_LINE_FORE_SCHEMECOLOR_INDEX_BRIGHTNESS" val="0"/>
  <p:tag name="KSO_WM_UNIT_LINE_FORE_SCHEMECOLOR_INDEX" val="6"/>
  <p:tag name="KSO_WM_UNIT_LINE_FILL_TYPE" val="2"/>
</p:tagLst>
</file>

<file path=ppt/tags/tag212.xml><?xml version="1.0" encoding="utf-8"?>
<p:tagLst xmlns:p="http://schemas.openxmlformats.org/presentationml/2006/main">
  <p:tag name="KSO_WM_UNIT_LINE_FORE_SCHEMECOLOR_INDEX_BRIGHTNESS" val="0"/>
  <p:tag name="KSO_WM_UNIT_LINE_FORE_SCHEMECOLOR_INDEX" val="6"/>
  <p:tag name="KSO_WM_UNIT_LINE_FILL_TYPE" val="2"/>
</p:tagLst>
</file>

<file path=ppt/tags/tag213.xml><?xml version="1.0" encoding="utf-8"?>
<p:tagLst xmlns:p="http://schemas.openxmlformats.org/presentationml/2006/main">
  <p:tag name="KSO_WM_UNIT_LINE_FORE_SCHEMECOLOR_INDEX_BRIGHTNESS" val="0"/>
  <p:tag name="KSO_WM_UNIT_LINE_FORE_SCHEMECOLOR_INDEX" val="6"/>
  <p:tag name="KSO_WM_UNIT_LINE_FILL_TYPE" val="2"/>
</p:tagLst>
</file>

<file path=ppt/tags/tag214.xml><?xml version="1.0" encoding="utf-8"?>
<p:tagLst xmlns:p="http://schemas.openxmlformats.org/presentationml/2006/main">
  <p:tag name="KSO_WM_UNIT_LINE_FORE_SCHEMECOLOR_INDEX_BRIGHTNESS" val="0"/>
  <p:tag name="KSO_WM_UNIT_LINE_FORE_SCHEMECOLOR_INDEX" val="6"/>
  <p:tag name="KSO_WM_UNIT_LINE_FILL_TYPE" val="2"/>
</p:tagLst>
</file>

<file path=ppt/tags/tag215.xml><?xml version="1.0" encoding="utf-8"?>
<p:tagLst xmlns:p="http://schemas.openxmlformats.org/presentationml/2006/main">
  <p:tag name="KSO_WM_SLIDE_BACKGROUND_TYPE" val="general"/>
  <p:tag name="KSO_WM_SLIDE_BK_DARK_LIGHT" val="2"/>
</p:tagLst>
</file>

<file path=ppt/tags/tag216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TYPE" val="i"/>
</p:tagLst>
</file>

<file path=ppt/tags/tag217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18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4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19.xml><?xml version="1.0" encoding="utf-8"?>
<p:tagLst xmlns:p="http://schemas.openxmlformats.org/presentationml/2006/main">
  <p:tag name="KSO_WM_BEAUTIFY_FLAG" val=""/>
</p:tagLst>
</file>

<file path=ppt/tags/tag220.xml><?xml version="1.0" encoding="utf-8"?>
<p:tagLst xmlns:p="http://schemas.openxmlformats.org/presentationml/2006/main">
  <p:tag name="KSO_WM_BEAUTIFY_FLAG" val=""/>
</p:tagLst>
</file>

<file path=ppt/tags/tag221.xml><?xml version="1.0" encoding="utf-8"?>
<p:tagLst xmlns:p="http://schemas.openxmlformats.org/presentationml/2006/main">
  <p:tag name="KSO_WM_BEAUTIFY_FLAG" val=""/>
</p:tagLst>
</file>

<file path=ppt/tags/tag222.xml><?xml version="1.0" encoding="utf-8"?>
<p:tagLst xmlns:p="http://schemas.openxmlformats.org/presentationml/2006/main">
  <p:tag name="KSO_WM_BEAUTIFY_FLAG" val=""/>
</p:tagLst>
</file>

<file path=ppt/tags/tag223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LINE_FORE_SCHEMECOLOR_INDEX_BRIGHTNESS" val="0"/>
  <p:tag name="KSO_WM_UNIT_LINE_FORE_SCHEMECOLOR_INDEX" val="9"/>
  <p:tag name="KSO_WM_UNIT_LINE_FILL_TYPE" val="2"/>
  <p:tag name="KSO_WM_BEAUTIFY_FLAG" val=""/>
</p:tagLst>
</file>

<file path=ppt/tags/tag224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LINE_FORE_SCHEMECOLOR_INDEX_BRIGHTNESS" val="0"/>
  <p:tag name="KSO_WM_UNIT_LINE_FORE_SCHEMECOLOR_INDEX" val="9"/>
  <p:tag name="KSO_WM_UNIT_LINE_FILL_TYPE" val="2"/>
  <p:tag name="KSO_WM_BEAUTIFY_FLAG" val=""/>
</p:tagLst>
</file>

<file path=ppt/tags/tag225.xml><?xml version="1.0" encoding="utf-8"?>
<p:tagLst xmlns:p="http://schemas.openxmlformats.org/presentationml/2006/main">
  <p:tag name="KSO_WM_BEAUTIFY_FLAG" val=""/>
</p:tagLst>
</file>

<file path=ppt/tags/tag226.xml><?xml version="1.0" encoding="utf-8"?>
<p:tagLst xmlns:p="http://schemas.openxmlformats.org/presentationml/2006/main">
  <p:tag name="KSO_WM_BEAUTIFY_FLAG" val=""/>
</p:tagLst>
</file>

<file path=ppt/tags/tag227.xml><?xml version="1.0" encoding="utf-8"?>
<p:tagLst xmlns:p="http://schemas.openxmlformats.org/presentationml/2006/main">
  <p:tag name="KSO_WM_BEAUTIFY_FLAG" val=""/>
</p:tagLst>
</file>

<file path=ppt/tags/tag228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LINE_FORE_SCHEMECOLOR_INDEX_BRIGHTNESS" val="0"/>
  <p:tag name="KSO_WM_UNIT_LINE_FORE_SCHEMECOLOR_INDEX" val="9"/>
  <p:tag name="KSO_WM_UNIT_LINE_FILL_TYPE" val="2"/>
  <p:tag name="KSO_WM_BEAUTIFY_FLAG" val=""/>
</p:tagLst>
</file>

<file path=ppt/tags/tag229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LINE_FORE_SCHEMECOLOR_INDEX_BRIGHTNESS" val="0"/>
  <p:tag name="KSO_WM_UNIT_LINE_FORE_SCHEMECOLOR_INDEX" val="9"/>
  <p:tag name="KSO_WM_UNIT_LINE_FILL_TYPE" val="2"/>
  <p:tag name="KSO_WM_BEAUTIFY_FLAG" val=""/>
</p:tagLst>
</file>

<file path=ppt/tags/tag230.xml><?xml version="1.0" encoding="utf-8"?>
<p:tagLst xmlns:p="http://schemas.openxmlformats.org/presentationml/2006/main">
  <p:tag name="KSO_WM_BEAUTIFY_FLAG" val=""/>
</p:tagLst>
</file>

<file path=ppt/tags/tag231.xml><?xml version="1.0" encoding="utf-8"?>
<p:tagLst xmlns:p="http://schemas.openxmlformats.org/presentationml/2006/main">
  <p:tag name="KSO_WM_BEAUTIFY_FLAG" val=""/>
</p:tagLst>
</file>

<file path=ppt/tags/tag232.xml><?xml version="1.0" encoding="utf-8"?>
<p:tagLst xmlns:p="http://schemas.openxmlformats.org/presentationml/2006/main">
  <p:tag name="KSO_WM_BEAUTIFY_FLAG" val=""/>
</p:tagLst>
</file>

<file path=ppt/tags/tag233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LINE_FORE_SCHEMECOLOR_INDEX_BRIGHTNESS" val="0"/>
  <p:tag name="KSO_WM_UNIT_LINE_FORE_SCHEMECOLOR_INDEX" val="9"/>
  <p:tag name="KSO_WM_UNIT_LINE_FILL_TYPE" val="2"/>
  <p:tag name="KSO_WM_BEAUTIFY_FLAG" val=""/>
</p:tagLst>
</file>

<file path=ppt/tags/tag234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LINE_FORE_SCHEMECOLOR_INDEX_BRIGHTNESS" val="0"/>
  <p:tag name="KSO_WM_UNIT_LINE_FORE_SCHEMECOLOR_INDEX" val="9"/>
  <p:tag name="KSO_WM_UNIT_LINE_FILL_TYPE" val="2"/>
  <p:tag name="KSO_WM_BEAUTIFY_FLAG" val=""/>
</p:tagLst>
</file>

<file path=ppt/tags/tag235.xml><?xml version="1.0" encoding="utf-8"?>
<p:tagLst xmlns:p="http://schemas.openxmlformats.org/presentationml/2006/main">
  <p:tag name="KSO_WM_BEAUTIFY_FLAG" val=""/>
</p:tagLst>
</file>

<file path=ppt/tags/tag236.xml><?xml version="1.0" encoding="utf-8"?>
<p:tagLst xmlns:p="http://schemas.openxmlformats.org/presentationml/2006/main">
  <p:tag name="KSO_WM_BEAUTIFY_FLAG" val=""/>
</p:tagLst>
</file>

<file path=ppt/tags/tag237.xml><?xml version="1.0" encoding="utf-8"?>
<p:tagLst xmlns:p="http://schemas.openxmlformats.org/presentationml/2006/main">
  <p:tag name="KSO_WM_BEAUTIFY_FLAG" val=""/>
</p:tagLst>
</file>

<file path=ppt/tags/tag238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LINE_FORE_SCHEMECOLOR_INDEX_BRIGHTNESS" val="0"/>
  <p:tag name="KSO_WM_UNIT_LINE_FORE_SCHEMECOLOR_INDEX" val="9"/>
  <p:tag name="KSO_WM_UNIT_LINE_FILL_TYPE" val="2"/>
  <p:tag name="KSO_WM_BEAUTIFY_FLAG" val=""/>
</p:tagLst>
</file>

<file path=ppt/tags/tag239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LINE_FORE_SCHEMECOLOR_INDEX_BRIGHTNESS" val="0"/>
  <p:tag name="KSO_WM_UNIT_LINE_FORE_SCHEMECOLOR_INDEX" val="9"/>
  <p:tag name="KSO_WM_UNIT_LINE_FILL_TYPE" val="2"/>
  <p:tag name="KSO_WM_BEAUTIFY_FLAG" val=""/>
</p:tagLst>
</file>

<file path=ppt/tags/tag240.xml><?xml version="1.0" encoding="utf-8"?>
<p:tagLst xmlns:p="http://schemas.openxmlformats.org/presentationml/2006/main">
  <p:tag name="KSO_WM_BEAUTIFY_FLAG" val=""/>
</p:tagLst>
</file>

<file path=ppt/tags/tag241.xml><?xml version="1.0" encoding="utf-8"?>
<p:tagLst xmlns:p="http://schemas.openxmlformats.org/presentationml/2006/main">
  <p:tag name="KSO_WM_BEAUTIFY_FLAG" val=""/>
</p:tagLst>
</file>

<file path=ppt/tags/tag242.xml><?xml version="1.0" encoding="utf-8"?>
<p:tagLst xmlns:p="http://schemas.openxmlformats.org/presentationml/2006/main">
  <p:tag name="KSO_WM_BEAUTIFY_FLAG" val=""/>
</p:tagLst>
</file>

<file path=ppt/tags/tag243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LINE_FORE_SCHEMECOLOR_INDEX_BRIGHTNESS" val="0"/>
  <p:tag name="KSO_WM_UNIT_LINE_FORE_SCHEMECOLOR_INDEX" val="9"/>
  <p:tag name="KSO_WM_UNIT_LINE_FILL_TYPE" val="2"/>
  <p:tag name="KSO_WM_BEAUTIFY_FLAG" val=""/>
</p:tagLst>
</file>

<file path=ppt/tags/tag244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LINE_FORE_SCHEMECOLOR_INDEX_BRIGHTNESS" val="0"/>
  <p:tag name="KSO_WM_UNIT_LINE_FORE_SCHEMECOLOR_INDEX" val="9"/>
  <p:tag name="KSO_WM_UNIT_LINE_FILL_TYPE" val="2"/>
  <p:tag name="KSO_WM_BEAUTIFY_FLAG" val=""/>
</p:tagLst>
</file>

<file path=ppt/tags/tag245.xml><?xml version="1.0" encoding="utf-8"?>
<p:tagLst xmlns:p="http://schemas.openxmlformats.org/presentationml/2006/main">
  <p:tag name="KSO_WM_BEAUTIFY_FLAG" val=""/>
</p:tagLst>
</file>

<file path=ppt/tags/tag246.xml><?xml version="1.0" encoding="utf-8"?>
<p:tagLst xmlns:p="http://schemas.openxmlformats.org/presentationml/2006/main">
  <p:tag name="KSO_WM_BEAUTIFY_FLAG" val=""/>
</p:tagLst>
</file>

<file path=ppt/tags/tag247.xml><?xml version="1.0" encoding="utf-8"?>
<p:tagLst xmlns:p="http://schemas.openxmlformats.org/presentationml/2006/main">
  <p:tag name="KSO_WM_BEAUTIFY_FLAG" val=""/>
</p:tagLst>
</file>

<file path=ppt/tags/tag248.xml><?xml version="1.0" encoding="utf-8"?>
<p:tagLst xmlns:p="http://schemas.openxmlformats.org/presentationml/2006/main">
  <p:tag name="KSO_WM_SLIDE_BACKGROUND_TYPE" val="general"/>
  <p:tag name="KSO_WM_SLIDE_BK_DARK_LIGHT" val="2"/>
</p:tagLst>
</file>

<file path=ppt/tags/tag249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TYPE" val="i"/>
</p:tagLst>
</file>

<file path=ppt/tags/tag250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51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4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52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BEAUTIFY_FLAG" val=""/>
</p:tagLst>
</file>

<file path=ppt/tags/tag253.xml><?xml version="1.0" encoding="utf-8"?>
<p:tagLst xmlns:p="http://schemas.openxmlformats.org/presentationml/2006/main">
  <p:tag name="KSO_WM_BEAUTIFY_FLAG" val=""/>
</p:tagLst>
</file>

<file path=ppt/tags/tag254.xml><?xml version="1.0" encoding="utf-8"?>
<p:tagLst xmlns:p="http://schemas.openxmlformats.org/presentationml/2006/main">
  <p:tag name="KSO_WM_BEAUTIFY_FLAG" val=""/>
</p:tagLst>
</file>

<file path=ppt/tags/tag255.xml><?xml version="1.0" encoding="utf-8"?>
<p:tagLst xmlns:p="http://schemas.openxmlformats.org/presentationml/2006/main">
  <p:tag name="KSO_WM_BEAUTIFY_FLAG" val=""/>
</p:tagLst>
</file>

<file path=ppt/tags/tag256.xml><?xml version="1.0" encoding="utf-8"?>
<p:tagLst xmlns:p="http://schemas.openxmlformats.org/presentationml/2006/main">
  <p:tag name="KSO_WM_BEAUTIFY_FLAG" val=""/>
</p:tagLst>
</file>

<file path=ppt/tags/tag257.xml><?xml version="1.0" encoding="utf-8"?>
<p:tagLst xmlns:p="http://schemas.openxmlformats.org/presentationml/2006/main">
  <p:tag name="KSO_WM_BEAUTIFY_FLAG" val=""/>
</p:tagLst>
</file>

<file path=ppt/tags/tag258.xml><?xml version="1.0" encoding="utf-8"?>
<p:tagLst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"/>
</p:tagLst>
</file>

<file path=ppt/tags/tag259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  <p:tag name="KSO_WM_UNIT_LINE_FORE_SCHEMECOLOR_INDEX_BRIGHTNESS" val="0"/>
  <p:tag name="KSO_WM_UNIT_LINE_FORE_SCHEMECOLOR_INDEX" val="8"/>
  <p:tag name="KSO_WM_UNIT_LINE_FILL_TYPE" val="2"/>
  <p:tag name="KSO_WM_BEAUTIFY_FLAG" val=""/>
</p:tagLst>
</file>

<file path=ppt/tags/tag260.xml><?xml version="1.0" encoding="utf-8"?>
<p:tagLst xmlns:p="http://schemas.openxmlformats.org/presentationml/2006/main">
  <p:tag name="KSO_WM_BEAUTIFY_FLAG" val=""/>
</p:tagLst>
</file>

<file path=ppt/tags/tag261.xml><?xml version="1.0" encoding="utf-8"?>
<p:tagLst xmlns:p="http://schemas.openxmlformats.org/presentationml/2006/main">
  <p:tag name="KSO_WM_BEAUTIFY_FLAG" val=""/>
</p:tagLst>
</file>

<file path=ppt/tags/tag262.xml><?xml version="1.0" encoding="utf-8"?>
<p:tagLst xmlns:p="http://schemas.openxmlformats.org/presentationml/2006/main">
  <p:tag name="KSO_WM_BEAUTIFY_FLAG" val=""/>
</p:tagLst>
</file>

<file path=ppt/tags/tag263.xml><?xml version="1.0" encoding="utf-8"?>
<p:tagLst xmlns:p="http://schemas.openxmlformats.org/presentationml/2006/main">
  <p:tag name="KSO_WM_BEAUTIFY_FLAG" val=""/>
</p:tagLst>
</file>

<file path=ppt/tags/tag264.xml><?xml version="1.0" encoding="utf-8"?>
<p:tagLst xmlns:p="http://schemas.openxmlformats.org/presentationml/2006/main">
  <p:tag name="KSO_WM_BEAUTIFY_FLAG" val=""/>
</p:tagLst>
</file>

<file path=ppt/tags/tag265.xml><?xml version="1.0" encoding="utf-8"?>
<p:tagLst xmlns:p="http://schemas.openxmlformats.org/presentationml/2006/main">
  <p:tag name="KSO_WM_SLIDE_BACKGROUND_TYPE" val="general"/>
  <p:tag name="KSO_WM_SLIDE_BK_DARK_LIGHT" val="2"/>
</p:tagLst>
</file>

<file path=ppt/tags/tag266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TYPE" val="i"/>
</p:tagLst>
</file>

<file path=ppt/tags/tag267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68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4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69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BEAUTIFY_FLAG" val=""/>
</p:tagLst>
</file>

<file path=ppt/tags/tag270.xml><?xml version="1.0" encoding="utf-8"?>
<p:tagLst xmlns:p="http://schemas.openxmlformats.org/presentationml/2006/main">
  <p:tag name="KSO_WM_BEAUTIFY_FLAG" val=""/>
</p:tagLst>
</file>

<file path=ppt/tags/tag271.xml><?xml version="1.0" encoding="utf-8"?>
<p:tagLst xmlns:p="http://schemas.openxmlformats.org/presentationml/2006/main">
  <p:tag name="KSO_WM_SLIDE_BACKGROUND_TYPE" val="general"/>
  <p:tag name="KSO_WM_SLIDE_BK_DARK_LIGHT" val="2"/>
</p:tagLst>
</file>

<file path=ppt/tags/tag272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TYPE" val="i"/>
</p:tagLst>
</file>

<file path=ppt/tags/tag273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74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4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75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</p:tagLst>
</file>

<file path=ppt/tags/tag276.xml><?xml version="1.0" encoding="utf-8"?>
<p:tagLst xmlns:p="http://schemas.openxmlformats.org/presentationml/2006/main">
  <p:tag name="KSO_WM_SLIDE_BACKGROUND_TYPE" val="general"/>
  <p:tag name="KSO_WM_SLIDE_BK_DARK_LIGHT" val="2"/>
</p:tagLst>
</file>

<file path=ppt/tags/tag277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TYPE" val="i"/>
</p:tagLst>
</file>

<file path=ppt/tags/tag278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79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4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80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</p:tagLst>
</file>

<file path=ppt/tags/tag281.xml><?xml version="1.0" encoding="utf-8"?>
<p:tagLst xmlns:p="http://schemas.openxmlformats.org/presentationml/2006/main">
  <p:tag name="KSO_WM_BEAUTIFY_FLAG" val=""/>
</p:tagLst>
</file>

<file path=ppt/tags/tag282.xml><?xml version="1.0" encoding="utf-8"?>
<p:tagLst xmlns:p="http://schemas.openxmlformats.org/presentationml/2006/main">
  <p:tag name="KSO_WM_SLIDE_BACKGROUND_TYPE" val="general"/>
  <p:tag name="KSO_WM_SLIDE_BK_DARK_LIGHT" val="2"/>
</p:tagLst>
</file>

<file path=ppt/tags/tag283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TYPE" val="i"/>
</p:tagLst>
</file>

<file path=ppt/tags/tag284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85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4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86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</p:tagLst>
</file>

<file path=ppt/tags/tag287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</p:tagLst>
</file>

<file path=ppt/tags/tag288.xml><?xml version="1.0" encoding="utf-8"?>
<p:tagLst xmlns:p="http://schemas.openxmlformats.org/presentationml/2006/main">
  <p:tag name="KSO_WM_SLIDE_BACKGROUND_TYPE" val="general"/>
  <p:tag name="KSO_WM_SLIDE_BK_DARK_LIGHT" val="2"/>
</p:tagLst>
</file>

<file path=ppt/tags/tag289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TYPE" val="i"/>
</p:tagLst>
</file>

<file path=ppt/tags/tag290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91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4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92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</p:tagLst>
</file>

<file path=ppt/tags/tag293.xml><?xml version="1.0" encoding="utf-8"?>
<p:tagLst xmlns:p="http://schemas.openxmlformats.org/presentationml/2006/main">
  <p:tag name="KSO_WM_BEAUTIFY_FLAG" val=""/>
</p:tagLst>
</file>

<file path=ppt/tags/tag294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BEAUTIFY_FLAG" val=""/>
</p:tagLst>
</file>

<file path=ppt/tags/tag295.xml><?xml version="1.0" encoding="utf-8"?>
<p:tagLst xmlns:p="http://schemas.openxmlformats.org/presentationml/2006/main">
  <p:tag name="KSO_WM_BEAUTIFY_FLAG" val=""/>
</p:tagLst>
</file>

<file path=ppt/tags/tag296.xml><?xml version="1.0" encoding="utf-8"?>
<p:tagLst xmlns:p="http://schemas.openxmlformats.org/presentationml/2006/main">
  <p:tag name="KSO_WM_BEAUTIFY_FLAG" val=""/>
</p:tagLst>
</file>

<file path=ppt/tags/tag297.xml><?xml version="1.0" encoding="utf-8"?>
<p:tagLst xmlns:p="http://schemas.openxmlformats.org/presentationml/2006/main">
  <p:tag name="KSO_WM_SLIDE_BACKGROUND_TYPE" val="general"/>
  <p:tag name="KSO_WM_SLIDE_BK_DARK_LIGHT" val="2"/>
</p:tagLst>
</file>

<file path=ppt/tags/tag298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TYPE" val="i"/>
</p:tagLst>
</file>

<file path=ppt/tags/tag299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00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4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01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</p:tagLst>
</file>

<file path=ppt/tags/tag302.xml><?xml version="1.0" encoding="utf-8"?>
<p:tagLst xmlns:p="http://schemas.openxmlformats.org/presentationml/2006/main">
  <p:tag name="KSO_WM_BEAUTIFY_FLAG" val=""/>
</p:tagLst>
</file>

<file path=ppt/tags/tag303.xml><?xml version="1.0" encoding="utf-8"?>
<p:tagLst xmlns:p="http://schemas.openxmlformats.org/presentationml/2006/main">
  <p:tag name="KSO_WM_BEAUTIFY_FLAG" val=""/>
</p:tagLst>
</file>

<file path=ppt/tags/tag304.xml><?xml version="1.0" encoding="utf-8"?>
<p:tagLst xmlns:p="http://schemas.openxmlformats.org/presentationml/2006/main">
  <p:tag name="KSO_WM_BEAUTIFY_FLAG" val=""/>
</p:tagLst>
</file>

<file path=ppt/tags/tag305.xml><?xml version="1.0" encoding="utf-8"?>
<p:tagLst xmlns:p="http://schemas.openxmlformats.org/presentationml/2006/main">
  <p:tag name="KSO_WM_BEAUTIFY_FLAG" val=""/>
</p:tagLst>
</file>

<file path=ppt/tags/tag306.xml><?xml version="1.0" encoding="utf-8"?>
<p:tagLst xmlns:p="http://schemas.openxmlformats.org/presentationml/2006/main">
  <p:tag name="KSO_WM_BEAUTIFY_FLAG" val=""/>
</p:tagLst>
</file>

<file path=ppt/tags/tag307.xml><?xml version="1.0" encoding="utf-8"?>
<p:tagLst xmlns:p="http://schemas.openxmlformats.org/presentationml/2006/main">
  <p:tag name="KSO_WM_BEAUTIFY_FLAG" val=""/>
</p:tagLst>
</file>

<file path=ppt/tags/tag308.xml><?xml version="1.0" encoding="utf-8"?>
<p:tagLst xmlns:p="http://schemas.openxmlformats.org/presentationml/2006/main">
  <p:tag name="KSO_WM_BEAUTIFY_FLAG" val=""/>
</p:tagLst>
</file>

<file path=ppt/tags/tag309.xml><?xml version="1.0" encoding="utf-8"?>
<p:tagLst xmlns:p="http://schemas.openxmlformats.org/presentationml/2006/main">
  <p:tag name="KSO_WM_BEAUTIFY_FLAG" val=""/>
</p:tagLst>
</file>

<file path=ppt/tags/tag310.xml><?xml version="1.0" encoding="utf-8"?>
<p:tagLst xmlns:p="http://schemas.openxmlformats.org/presentationml/2006/main">
  <p:tag name="KSO_WM_BEAUTIFY_FLAG" val=""/>
</p:tagLst>
</file>

<file path=ppt/tags/tag311.xml><?xml version="1.0" encoding="utf-8"?>
<p:tagLst xmlns:p="http://schemas.openxmlformats.org/presentationml/2006/main">
  <p:tag name="KSO_WM_BEAUTIFY_FLAG" val=""/>
</p:tagLst>
</file>

<file path=ppt/tags/tag312.xml><?xml version="1.0" encoding="utf-8"?>
<p:tagLst xmlns:p="http://schemas.openxmlformats.org/presentationml/2006/main">
  <p:tag name="KSO_WM_BEAUTIFY_FLAG" val=""/>
</p:tagLst>
</file>

<file path=ppt/tags/tag313.xml><?xml version="1.0" encoding="utf-8"?>
<p:tagLst xmlns:p="http://schemas.openxmlformats.org/presentationml/2006/main">
  <p:tag name="KSO_WM_BEAUTIFY_FLAG" val=""/>
</p:tagLst>
</file>

<file path=ppt/tags/tag314.xml><?xml version="1.0" encoding="utf-8"?>
<p:tagLst xmlns:p="http://schemas.openxmlformats.org/presentationml/2006/main">
  <p:tag name="KSO_WM_BEAUTIFY_FLAG" val=""/>
</p:tagLst>
</file>

<file path=ppt/tags/tag315.xml><?xml version="1.0" encoding="utf-8"?>
<p:tagLst xmlns:p="http://schemas.openxmlformats.org/presentationml/2006/main">
  <p:tag name="KSO_WM_BEAUTIFY_FLAG" val=""/>
</p:tagLst>
</file>

<file path=ppt/tags/tag316.xml><?xml version="1.0" encoding="utf-8"?>
<p:tagLst xmlns:p="http://schemas.openxmlformats.org/presentationml/2006/main">
  <p:tag name="KSO_WM_BEAUTIFY_FLAG" val=""/>
</p:tagLst>
</file>

<file path=ppt/tags/tag317.xml><?xml version="1.0" encoding="utf-8"?>
<p:tagLst xmlns:p="http://schemas.openxmlformats.org/presentationml/2006/main">
  <p:tag name="KSO_WM_BEAUTIFY_FLAG" val=""/>
</p:tagLst>
</file>

<file path=ppt/tags/tag318.xml><?xml version="1.0" encoding="utf-8"?>
<p:tagLst xmlns:p="http://schemas.openxmlformats.org/presentationml/2006/main">
  <p:tag name="KSO_WM_SLIDE_BACKGROUND_TYPE" val="general"/>
  <p:tag name="KSO_WM_SLIDE_BK_DARK_LIGHT" val="2"/>
</p:tagLst>
</file>

<file path=ppt/tags/tag319.xml><?xml version="1.0" encoding="utf-8"?>
<p:tagLst xmlns:p="http://schemas.openxmlformats.org/presentationml/2006/main">
  <p:tag name="KSO_WM_BEAUTIFY_FLAG" val=""/>
</p:tagLst>
</file>

<file path=ppt/tags/tag320.xml><?xml version="1.0" encoding="utf-8"?>
<p:tagLst xmlns:p="http://schemas.openxmlformats.org/presentationml/2006/main">
  <p:tag name="KSO_WM_BEAUTIFY_FLAG" val=""/>
</p:tagLst>
</file>

<file path=ppt/tags/tag321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TYPE" val="i"/>
</p:tagLst>
</file>

<file path=ppt/tags/tag322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23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4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24.xml><?xml version="1.0" encoding="utf-8"?>
<p:tagLst xmlns:p="http://schemas.openxmlformats.org/presentationml/2006/main">
  <p:tag name="KSO_WM_BEAUTIFY_FLAG" val=""/>
</p:tagLst>
</file>

<file path=ppt/tags/tag325.xml><?xml version="1.0" encoding="utf-8"?>
<p:tagLst xmlns:p="http://schemas.openxmlformats.org/presentationml/2006/main">
  <p:tag name="KSO_WM_BEAUTIFY_FLAG" val=""/>
</p:tagLst>
</file>

<file path=ppt/tags/tag326.xml><?xml version="1.0" encoding="utf-8"?>
<p:tagLst xmlns:p="http://schemas.openxmlformats.org/presentationml/2006/main">
  <p:tag name="KSO_WM_BEAUTIFY_FLAG" val=""/>
</p:tagLst>
</file>

<file path=ppt/tags/tag327.xml><?xml version="1.0" encoding="utf-8"?>
<p:tagLst xmlns:p="http://schemas.openxmlformats.org/presentationml/2006/main">
  <p:tag name="KSO_WM_BEAUTIFY_FLAG" val=""/>
</p:tagLst>
</file>

<file path=ppt/tags/tag328.xml><?xml version="1.0" encoding="utf-8"?>
<p:tagLst xmlns:p="http://schemas.openxmlformats.org/presentationml/2006/main">
  <p:tag name="KSO_WM_SLIDE_BACKGROUND_TYPE" val="general"/>
  <p:tag name="KSO_WM_SLIDE_BK_DARK_LIGHT" val="2"/>
</p:tagLst>
</file>

<file path=ppt/tags/tag329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TYPE" val="i"/>
</p:tagLst>
</file>

<file path=ppt/tags/tag330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31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4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32.xml><?xml version="1.0" encoding="utf-8"?>
<p:tagLst xmlns:p="http://schemas.openxmlformats.org/presentationml/2006/main">
  <p:tag name="KSO_WM_BEAUTIFY_FLAG" val=""/>
</p:tagLst>
</file>

<file path=ppt/tags/tag333.xml><?xml version="1.0" encoding="utf-8"?>
<p:tagLst xmlns:p="http://schemas.openxmlformats.org/presentationml/2006/main">
  <p:tag name="KSO_WM_BEAUTIFY_FLAG" val=""/>
</p:tagLst>
</file>

<file path=ppt/tags/tag334.xml><?xml version="1.0" encoding="utf-8"?>
<p:tagLst xmlns:p="http://schemas.openxmlformats.org/presentationml/2006/main">
  <p:tag name="KSO_WM_BEAUTIFY_FLAG" val=""/>
</p:tagLst>
</file>

<file path=ppt/tags/tag335.xml><?xml version="1.0" encoding="utf-8"?>
<p:tagLst xmlns:p="http://schemas.openxmlformats.org/presentationml/2006/main">
  <p:tag name="KSO_WM_BEAUTIFY_FLAG" val=""/>
</p:tagLst>
</file>

<file path=ppt/tags/tag336.xml><?xml version="1.0" encoding="utf-8"?>
<p:tagLst xmlns:p="http://schemas.openxmlformats.org/presentationml/2006/main">
  <p:tag name="KSO_WM_BEAUTIFY_FLAG" val=""/>
</p:tagLst>
</file>

<file path=ppt/tags/tag337.xml><?xml version="1.0" encoding="utf-8"?>
<p:tagLst xmlns:p="http://schemas.openxmlformats.org/presentationml/2006/main">
  <p:tag name="KSO_WM_BEAUTIFY_FLAG" val=""/>
</p:tagLst>
</file>

<file path=ppt/tags/tag338.xml><?xml version="1.0" encoding="utf-8"?>
<p:tagLst xmlns:p="http://schemas.openxmlformats.org/presentationml/2006/main">
  <p:tag name="KSO_WM_SLIDE_BACKGROUND_TYPE" val="general"/>
  <p:tag name="KSO_WM_SLIDE_BK_DARK_LIGHT" val="2"/>
</p:tagLst>
</file>

<file path=ppt/tags/tag339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TYPE" val="i"/>
</p:tagLst>
</file>

<file path=ppt/tags/tag340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41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4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42.xml><?xml version="1.0" encoding="utf-8"?>
<p:tagLst xmlns:p="http://schemas.openxmlformats.org/presentationml/2006/main">
  <p:tag name="KSO_WM_BEAUTIFY_FLAG" val=""/>
</p:tagLst>
</file>

<file path=ppt/tags/tag343.xml><?xml version="1.0" encoding="utf-8"?>
<p:tagLst xmlns:p="http://schemas.openxmlformats.org/presentationml/2006/main">
  <p:tag name="KSO_WM_BEAUTIFY_FLAG" val=""/>
</p:tagLst>
</file>

<file path=ppt/tags/tag344.xml><?xml version="1.0" encoding="utf-8"?>
<p:tagLst xmlns:p="http://schemas.openxmlformats.org/presentationml/2006/main">
  <p:tag name="KSO_WM_BEAUTIFY_FLAG" val=""/>
</p:tagLst>
</file>

<file path=ppt/tags/tag345.xml><?xml version="1.0" encoding="utf-8"?>
<p:tagLst xmlns:p="http://schemas.openxmlformats.org/presentationml/2006/main">
  <p:tag name="KSO_WM_BEAUTIFY_FLAG" val=""/>
</p:tagLst>
</file>

<file path=ppt/tags/tag346.xml><?xml version="1.0" encoding="utf-8"?>
<p:tagLst xmlns:p="http://schemas.openxmlformats.org/presentationml/2006/main">
  <p:tag name="KSO_WM_BEAUTIFY_FLAG" val=""/>
</p:tagLst>
</file>

<file path=ppt/tags/tag347.xml><?xml version="1.0" encoding="utf-8"?>
<p:tagLst xmlns:p="http://schemas.openxmlformats.org/presentationml/2006/main">
  <p:tag name="KSO_WM_BEAUTIFY_FLAG" val=""/>
</p:tagLst>
</file>

<file path=ppt/tags/tag348.xml><?xml version="1.0" encoding="utf-8"?>
<p:tagLst xmlns:p="http://schemas.openxmlformats.org/presentationml/2006/main">
  <p:tag name="KSO_WM_BEAUTIFY_FLAG" val=""/>
</p:tagLst>
</file>

<file path=ppt/tags/tag349.xml><?xml version="1.0" encoding="utf-8"?>
<p:tagLst xmlns:p="http://schemas.openxmlformats.org/presentationml/2006/main">
  <p:tag name="KSO_WM_SLIDE_BACKGROUND_TYPE" val="general"/>
  <p:tag name="KSO_WM_SLIDE_BK_DARK_LIGHT" val="2"/>
</p:tagLst>
</file>

<file path=ppt/tags/tag350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TYPE" val="i"/>
</p:tagLst>
</file>

<file path=ppt/tags/tag351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52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4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53.xml><?xml version="1.0" encoding="utf-8"?>
<p:tagLst xmlns:p="http://schemas.openxmlformats.org/presentationml/2006/main">
  <p:tag name="KSO_WM_BEAUTIFY_FLAG" val=""/>
</p:tagLst>
</file>

<file path=ppt/tags/tag354.xml><?xml version="1.0" encoding="utf-8"?>
<p:tagLst xmlns:p="http://schemas.openxmlformats.org/presentationml/2006/main">
  <p:tag name="KSO_WM_BEAUTIFY_FLAG" val=""/>
</p:tagLst>
</file>

<file path=ppt/tags/tag355.xml><?xml version="1.0" encoding="utf-8"?>
<p:tagLst xmlns:p="http://schemas.openxmlformats.org/presentationml/2006/main">
  <p:tag name="KSO_WM_BEAUTIFY_FLAG" val=""/>
</p:tagLst>
</file>

<file path=ppt/tags/tag356.xml><?xml version="1.0" encoding="utf-8"?>
<p:tagLst xmlns:p="http://schemas.openxmlformats.org/presentationml/2006/main">
  <p:tag name="KSO_WM_BEAUTIFY_FLAG" val=""/>
</p:tagLst>
</file>

<file path=ppt/tags/tag357.xml><?xml version="1.0" encoding="utf-8"?>
<p:tagLst xmlns:p="http://schemas.openxmlformats.org/presentationml/2006/main">
  <p:tag name="KSO_WM_BEAUTIFY_FLAG" val=""/>
</p:tagLst>
</file>

<file path=ppt/tags/tag358.xml><?xml version="1.0" encoding="utf-8"?>
<p:tagLst xmlns:p="http://schemas.openxmlformats.org/presentationml/2006/main">
  <p:tag name="KSO_WM_BEAUTIFY_FLAG" val=""/>
</p:tagLst>
</file>

<file path=ppt/tags/tag359.xml><?xml version="1.0" encoding="utf-8"?>
<p:tagLst xmlns:p="http://schemas.openxmlformats.org/presentationml/2006/main">
  <p:tag name="KSO_WM_BEAUTIFY_FLAG" val=""/>
</p:tagLst>
</file>

<file path=ppt/tags/tag360.xml><?xml version="1.0" encoding="utf-8"?>
<p:tagLst xmlns:p="http://schemas.openxmlformats.org/presentationml/2006/main">
  <p:tag name="KSO_WM_BEAUTIFY_FLAG" val=""/>
</p:tagLst>
</file>

<file path=ppt/tags/tag361.xml><?xml version="1.0" encoding="utf-8"?>
<p:tagLst xmlns:p="http://schemas.openxmlformats.org/presentationml/2006/main">
  <p:tag name="KSO_WM_BEAUTIFY_FLAG" val=""/>
</p:tagLst>
</file>

<file path=ppt/tags/tag362.xml><?xml version="1.0" encoding="utf-8"?>
<p:tagLst xmlns:p="http://schemas.openxmlformats.org/presentationml/2006/main">
  <p:tag name="KSO_WM_BEAUTIFY_FLAG" val=""/>
</p:tagLst>
</file>

<file path=ppt/tags/tag363.xml><?xml version="1.0" encoding="utf-8"?>
<p:tagLst xmlns:p="http://schemas.openxmlformats.org/presentationml/2006/main">
  <p:tag name="KSO_WM_SLIDE_BACKGROUND_TYPE" val="general"/>
  <p:tag name="KSO_WM_SLIDE_BK_DARK_LIGHT" val="2"/>
</p:tagLst>
</file>

<file path=ppt/tags/tag364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TYPE" val="i"/>
</p:tagLst>
</file>

<file path=ppt/tags/tag365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66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4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67.xml><?xml version="1.0" encoding="utf-8"?>
<p:tagLst xmlns:p="http://schemas.openxmlformats.org/presentationml/2006/main">
  <p:tag name="KSO_WM_BEAUTIFY_FLAG" val=""/>
</p:tagLst>
</file>

<file path=ppt/tags/tag368.xml><?xml version="1.0" encoding="utf-8"?>
<p:tagLst xmlns:p="http://schemas.openxmlformats.org/presentationml/2006/main">
  <p:tag name="KSO_WM_BEAUTIFY_FLAG" val=""/>
</p:tagLst>
</file>

<file path=ppt/tags/tag369.xml><?xml version="1.0" encoding="utf-8"?>
<p:tagLst xmlns:p="http://schemas.openxmlformats.org/presentationml/2006/main">
  <p:tag name="KSO_WM_BEAUTIFY_FLAG" val=""/>
</p:tagLst>
</file>

<file path=ppt/tags/tag370.xml><?xml version="1.0" encoding="utf-8"?>
<p:tagLst xmlns:p="http://schemas.openxmlformats.org/presentationml/2006/main">
  <p:tag name="KSO_WM_BEAUTIFY_FLAG" val=""/>
</p:tagLst>
</file>

<file path=ppt/tags/tag371.xml><?xml version="1.0" encoding="utf-8"?>
<p:tagLst xmlns:p="http://schemas.openxmlformats.org/presentationml/2006/main">
  <p:tag name="KSO_WM_BEAUTIFY_FLAG" val=""/>
</p:tagLst>
</file>

<file path=ppt/tags/tag372.xml><?xml version="1.0" encoding="utf-8"?>
<p:tagLst xmlns:p="http://schemas.openxmlformats.org/presentationml/2006/main">
  <p:tag name="KSO_WM_BEAUTIFY_FLAG" val=""/>
</p:tagLst>
</file>

<file path=ppt/tags/tag373.xml><?xml version="1.0" encoding="utf-8"?>
<p:tagLst xmlns:p="http://schemas.openxmlformats.org/presentationml/2006/main">
  <p:tag name="KSO_WM_BEAUTIFY_FLAG" val=""/>
</p:tagLst>
</file>

<file path=ppt/tags/tag374.xml><?xml version="1.0" encoding="utf-8"?>
<p:tagLst xmlns:p="http://schemas.openxmlformats.org/presentationml/2006/main">
  <p:tag name="KSO_WM_BEAUTIFY_FLAG" val=""/>
</p:tagLst>
</file>

<file path=ppt/tags/tag375.xml><?xml version="1.0" encoding="utf-8"?>
<p:tagLst xmlns:p="http://schemas.openxmlformats.org/presentationml/2006/main">
  <p:tag name="KSO_WM_BEAUTIFY_FLAG" val=""/>
</p:tagLst>
</file>

<file path=ppt/tags/tag376.xml><?xml version="1.0" encoding="utf-8"?>
<p:tagLst xmlns:p="http://schemas.openxmlformats.org/presentationml/2006/main">
  <p:tag name="KSO_WM_SLIDE_BACKGROUND_TYPE" val="general"/>
  <p:tag name="KSO_WM_SLIDE_BK_DARK_LIGHT" val="2"/>
</p:tagLst>
</file>

<file path=ppt/tags/tag377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TYPE" val="i"/>
</p:tagLst>
</file>

<file path=ppt/tags/tag378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79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4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80.xml><?xml version="1.0" encoding="utf-8"?>
<p:tagLst xmlns:p="http://schemas.openxmlformats.org/presentationml/2006/main">
  <p:tag name="KSO_WM_SLIDE_BACKGROUND_TYPE" val="general"/>
  <p:tag name="KSO_WM_SLIDE_BK_DARK_LIGHT" val="2"/>
</p:tagLst>
</file>

<file path=ppt/tags/tag381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TYPE" val="i"/>
</p:tagLst>
</file>

<file path=ppt/tags/tag382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83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4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84.xml><?xml version="1.0" encoding="utf-8"?>
<p:tagLst xmlns:p="http://schemas.openxmlformats.org/presentationml/2006/main">
  <p:tag name="KSO_WM_BEAUTIFY_FLAG" val=""/>
</p:tagLst>
</file>

<file path=ppt/tags/tag385.xml><?xml version="1.0" encoding="utf-8"?>
<p:tagLst xmlns:p="http://schemas.openxmlformats.org/presentationml/2006/main">
  <p:tag name="KSO_WM_SLIDE_BACKGROUND_TYPE" val="general"/>
  <p:tag name="KSO_WM_SLIDE_BK_DARK_LIGHT" val="2"/>
</p:tagLst>
</file>

<file path=ppt/tags/tag386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TYPE" val="i"/>
</p:tagLst>
</file>

<file path=ppt/tags/tag387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88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4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89.xml><?xml version="1.0" encoding="utf-8"?>
<p:tagLst xmlns:p="http://schemas.openxmlformats.org/presentationml/2006/main">
  <p:tag name="KSO_WM_SLIDE_BACKGROUND_TYPE" val="general"/>
  <p:tag name="KSO_WM_SLIDE_BK_DARK_LIGHT" val="2"/>
</p:tagLst>
</file>

<file path=ppt/tags/tag390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TYPE" val="i"/>
</p:tagLst>
</file>

<file path=ppt/tags/tag391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92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4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93.xml><?xml version="1.0" encoding="utf-8"?>
<p:tagLst xmlns:p="http://schemas.openxmlformats.org/presentationml/2006/main">
  <p:tag name="KSO_WM_BEAUTIFY_FLAG" val=""/>
</p:tagLst>
</file>

<file path=ppt/tags/tag394.xml><?xml version="1.0" encoding="utf-8"?>
<p:tagLst xmlns:p="http://schemas.openxmlformats.org/presentationml/2006/main">
  <p:tag name="KSO_WM_SLIDE_BACKGROUND_TYPE" val="general"/>
  <p:tag name="KSO_WM_SLIDE_BK_DARK_LIGHT" val="2"/>
</p:tagLst>
</file>

<file path=ppt/tags/tag395.xml><?xml version="1.0" encoding="utf-8"?>
<p:tagLst xmlns:p="http://schemas.openxmlformats.org/presentationml/2006/main">
  <p:tag name="commondata" val="eyJoZGlkIjoiNjMxODViY2EyYWQ5YmMxMTAxYTdmODE1MjllMTk5ODIifQ=="/>
</p:tagLst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​​">
  <a:themeElements>
    <a:clrScheme name="">
      <a:dk1>
        <a:srgbClr val="000000"/>
      </a:dk1>
      <a:lt1>
        <a:srgbClr val="FFFFFF"/>
      </a:lt1>
      <a:dk2>
        <a:srgbClr val="333333"/>
      </a:dk2>
      <a:lt2>
        <a:srgbClr val="FFFFFF"/>
      </a:lt2>
      <a:accent1>
        <a:srgbClr val="5C8FC7"/>
      </a:accent1>
      <a:accent2>
        <a:srgbClr val="6E82BA"/>
      </a:accent2>
      <a:accent3>
        <a:srgbClr val="8376B0"/>
      </a:accent3>
      <a:accent4>
        <a:srgbClr val="9868A3"/>
      </a:accent4>
      <a:accent5>
        <a:srgbClr val="AE5B97"/>
      </a:accent5>
      <a:accent6>
        <a:srgbClr val="C44B8A"/>
      </a:accent6>
      <a:hlink>
        <a:srgbClr val="658BD5"/>
      </a:hlink>
      <a:folHlink>
        <a:srgbClr val="9F69A3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7586</Words>
  <Application>WPS 演示</Application>
  <PresentationFormat>Converted Presentation</PresentationFormat>
  <Paragraphs>595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22</vt:i4>
      </vt:variant>
    </vt:vector>
  </HeadingPairs>
  <TitlesOfParts>
    <vt:vector size="36" baseType="lpstr">
      <vt:lpstr>Arial</vt:lpstr>
      <vt:lpstr>宋体</vt:lpstr>
      <vt:lpstr>Wingdings</vt:lpstr>
      <vt:lpstr>微软雅黑</vt:lpstr>
      <vt:lpstr>汉仪旗黑-85S</vt:lpstr>
      <vt:lpstr>黑体</vt:lpstr>
      <vt:lpstr>Viner Hand ITC</vt:lpstr>
      <vt:lpstr>Wingdings</vt:lpstr>
      <vt:lpstr>JetBrains Mono NL Medium</vt:lpstr>
      <vt:lpstr>Cascadia Mono</vt:lpstr>
      <vt:lpstr>Arial Unicode MS</vt:lpstr>
      <vt:lpstr>Calibri</vt:lpstr>
      <vt:lpstr>ChatGPT</vt:lpstr>
      <vt:lpstr>2_Office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。。。。</cp:lastModifiedBy>
  <cp:revision>176</cp:revision>
  <dcterms:created xsi:type="dcterms:W3CDTF">2026-06-24T09:56:00Z</dcterms:created>
  <dcterms:modified xsi:type="dcterms:W3CDTF">2026-07-02T07:49:56Z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9EF58227F85B4800AC1A43A743868AA3_12</vt:lpwstr>
  </property>
  <property fmtid="{D5CDD505-2E9C-101B-9397-08002B2CF9AE}" pid="3" name="KSOProductBuildVer">
    <vt:lpwstr>2052-12.1.0.16120</vt:lpwstr>
  </property>
</Properties>
</file>
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1567815"/>
            <a:ext cx="10895965" cy="3501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/>
              <a:t>Introduction</a:t>
            </a:r>
            <a:endParaRPr lang="en-US" altLang="zh-CN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3085" y="2743200"/>
            <a:ext cx="4221480" cy="685800"/>
          </a:xfrm>
          <a:prstGeom prst="rect">
            <a:avLst/>
          </a:prstGeom>
        </p:spPr>
      </p:pic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75960" y="5042535"/>
          <a:ext cx="3936365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" imgW="1663700" imgH="215900" progId="Equation.KSEE3">
                  <p:embed/>
                </p:oleObj>
              </mc:Choice>
              <mc:Fallback>
                <p:oleObj name="" r:id="rId2" imgW="1663700" imgH="2159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75960" y="5042535"/>
                        <a:ext cx="3936365" cy="510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0" y="1409700"/>
            <a:ext cx="3626485" cy="49625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055" y="1282065"/>
            <a:ext cx="6442710" cy="13881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617085" y="3862070"/>
            <a:ext cx="6736715" cy="900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2115" y="76200"/>
            <a:ext cx="10515600" cy="1325563"/>
          </a:xfrm>
        </p:spPr>
        <p:txBody>
          <a:bodyPr/>
          <a:p>
            <a:r>
              <a:rPr lang="en-US" altLang="zh-CN" b="1"/>
              <a:t>ICR Score</a:t>
            </a:r>
            <a:endParaRPr lang="en-US" altLang="zh-CN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" y="981075"/>
            <a:ext cx="4629785" cy="847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5" y="1132840"/>
            <a:ext cx="2967990" cy="4210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885" y="1051560"/>
            <a:ext cx="612775" cy="5022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445" y="1886585"/>
            <a:ext cx="8067675" cy="48253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05" y="1908810"/>
            <a:ext cx="2257425" cy="6686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245" y="2743200"/>
            <a:ext cx="3417570" cy="4883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715" y="3429000"/>
            <a:ext cx="2353945" cy="6737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70" y="4246880"/>
            <a:ext cx="2168525" cy="8413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175" y="5803900"/>
            <a:ext cx="3347085" cy="6191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255" y="5151755"/>
            <a:ext cx="1264920" cy="6400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556000" y="3111500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  <p:sp>
        <p:nvSpPr>
          <p:cNvPr id="17" name="文本框 16"/>
          <p:cNvSpPr txBox="1"/>
          <p:nvPr/>
        </p:nvSpPr>
        <p:spPr>
          <a:xfrm>
            <a:off x="3556000" y="3111500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/>
              <a:t>ICR Probe:Empirical Study</a:t>
            </a:r>
            <a:endParaRPr lang="en-US" altLang="zh-CN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955" y="2458720"/>
            <a:ext cx="3596005" cy="2368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665" y="2458720"/>
            <a:ext cx="7797165" cy="2414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/>
              <a:t>ICR Probe</a:t>
            </a:r>
            <a:endParaRPr lang="en-US" altLang="zh-CN" b="1"/>
          </a:p>
        </p:txBody>
      </p:sp>
      <p:sp>
        <p:nvSpPr>
          <p:cNvPr id="4" name="文本框 3"/>
          <p:cNvSpPr txBox="1"/>
          <p:nvPr/>
        </p:nvSpPr>
        <p:spPr>
          <a:xfrm>
            <a:off x="3556000" y="3111500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2388870" y="2893695"/>
            <a:ext cx="2108200" cy="495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315" y="2203450"/>
            <a:ext cx="1821180" cy="17678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540" y="2842260"/>
            <a:ext cx="601980" cy="58674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V="1">
            <a:off x="3902075" y="3086100"/>
            <a:ext cx="104203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7231380" y="3106420"/>
            <a:ext cx="104203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003675" y="4483735"/>
            <a:ext cx="469011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Shape = (L,128,64,32,1),When L &lt; 42,the Model parameters remains below 16K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080" y="2140585"/>
            <a:ext cx="769620" cy="2054860"/>
          </a:xfrm>
          <a:prstGeom prst="rect">
            <a:avLst/>
          </a:prstGeom>
        </p:spPr>
      </p:pic>
      <p:cxnSp>
        <p:nvCxnSpPr>
          <p:cNvPr id="18" name="直接箭头连接符 17"/>
          <p:cNvCxnSpPr/>
          <p:nvPr/>
        </p:nvCxnSpPr>
        <p:spPr>
          <a:xfrm flipV="1">
            <a:off x="2005965" y="3111500"/>
            <a:ext cx="104203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174875" y="2637155"/>
            <a:ext cx="64706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Avg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altLang="zh-CN" b="1"/>
              <a:t>Experiments</a:t>
            </a:r>
            <a:endParaRPr lang="en-US" altLang="zh-CN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35" y="1691005"/>
            <a:ext cx="7031990" cy="43319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1548765"/>
            <a:ext cx="11012170" cy="4716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/>
              <a:t>Ablation Study</a:t>
            </a:r>
            <a:endParaRPr lang="en-US" altLang="zh-CN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0" y="1407160"/>
            <a:ext cx="6790690" cy="23660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475" y="3929380"/>
            <a:ext cx="6729095" cy="23660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>宽屏</PresentationFormat>
  <Paragraphs>16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Calibri</vt:lpstr>
      <vt:lpstr>微软雅黑</vt:lpstr>
      <vt:lpstr>ui-sans-serif</vt:lpstr>
      <vt:lpstr>Segoe Print</vt:lpstr>
      <vt:lpstr>WPS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卜宜昕</dc:creator>
  <cp:lastModifiedBy>Arcobaleno</cp:lastModifiedBy>
  <cp:revision>12</cp:revision>
  <dcterms:created xsi:type="dcterms:W3CDTF">2023-08-09T12:44:00Z</dcterms:created>
  <dcterms:modified xsi:type="dcterms:W3CDTF">2025-11-20T16:01:14Z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AD3DA81049884E6586F133A37FB8484C_12</vt:lpwstr>
  </property>
</Properties>
</file>